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42795825" cy="30270450"/>
  <p:notesSz cx="31954788" cy="50149125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62" userDrawn="1">
          <p15:clr>
            <a:srgbClr val="A4A3A4"/>
          </p15:clr>
        </p15:guide>
        <p15:guide id="2" orient="horz" pos="5179" userDrawn="1">
          <p15:clr>
            <a:srgbClr val="A4A3A4"/>
          </p15:clr>
        </p15:guide>
        <p15:guide id="3" orient="horz" pos="3249" userDrawn="1">
          <p15:clr>
            <a:srgbClr val="A4A3A4"/>
          </p15:clr>
        </p15:guide>
        <p15:guide id="4" orient="horz" pos="5744" userDrawn="1">
          <p15:clr>
            <a:srgbClr val="A4A3A4"/>
          </p15:clr>
        </p15:guide>
        <p15:guide id="5" pos="702" userDrawn="1">
          <p15:clr>
            <a:srgbClr val="A4A3A4"/>
          </p15:clr>
        </p15:guide>
        <p15:guide id="6" pos="6740" userDrawn="1">
          <p15:clr>
            <a:srgbClr val="A4A3A4"/>
          </p15:clr>
        </p15:guide>
        <p15:guide id="7" pos="7208" userDrawn="1">
          <p15:clr>
            <a:srgbClr val="A4A3A4"/>
          </p15:clr>
        </p15:guide>
        <p15:guide id="8" pos="13245" userDrawn="1">
          <p15:clr>
            <a:srgbClr val="A4A3A4"/>
          </p15:clr>
        </p15:guide>
        <p15:guide id="9" pos="13713" userDrawn="1">
          <p15:clr>
            <a:srgbClr val="A4A3A4"/>
          </p15:clr>
        </p15:guide>
        <p15:guide id="10" pos="19750" userDrawn="1">
          <p15:clr>
            <a:srgbClr val="A4A3A4"/>
          </p15:clr>
        </p15:guide>
        <p15:guide id="11" pos="20219" userDrawn="1">
          <p15:clr>
            <a:srgbClr val="A4A3A4"/>
          </p15:clr>
        </p15:guide>
        <p15:guide id="12" pos="262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795">
          <p15:clr>
            <a:srgbClr val="A4A3A4"/>
          </p15:clr>
        </p15:guide>
        <p15:guide id="2" pos="10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82A5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8F60E-D6D3-737F-BC8F-7ECE8D27C22F}" v="121" dt="2026-03-18T17:11:18.658"/>
    <p1510:client id="{475FD154-A676-8377-C625-7316E8EF4AE6}" v="247" dt="2026-03-18T21:41:37.584"/>
    <p1510:client id="{CD7DD1AF-2F98-8EFD-4E29-177E519E903D}" v="27" dt="2026-03-18T21:47:53.473"/>
    <p1510:client id="{D290F4C6-B7EA-1D95-73C5-40E7C4B325B6}" v="292" dt="2026-03-18T16:52:24.578"/>
    <p1510:client id="{EE6D8EFB-7ED1-D273-CD6E-6125F00E6FDF}" v="147" dt="2026-03-18T17:55:39.275"/>
    <p1510:client id="{F9B5812A-6D5B-CBBC-1433-7E773D6EAF27}" v="1" dt="2026-03-18T20:58:31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1076" y="12"/>
      </p:cViewPr>
      <p:guideLst>
        <p:guide orient="horz" pos="18362"/>
        <p:guide orient="horz" pos="5179"/>
        <p:guide orient="horz" pos="3249"/>
        <p:guide orient="horz" pos="5744"/>
        <p:guide pos="702"/>
        <p:guide pos="6740"/>
        <p:guide pos="7208"/>
        <p:guide pos="13245"/>
        <p:guide pos="13713"/>
        <p:guide pos="19750"/>
        <p:guide pos="20219"/>
        <p:guide pos="262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15795"/>
        <p:guide pos="100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ay Kiran Reddy Mule [gfqr0053]" userId="S::gfqr0053@leeds.ac.uk::22ad671f-4303-4965-8b1d-9e0cdc87eddc" providerId="AD" clId="Web-{475FD154-A676-8377-C625-7316E8EF4AE6}"/>
    <pc:docChg chg="mod modSld modMainMaster setSldSz">
      <pc:chgData name="Uday Kiran Reddy Mule [gfqr0053]" userId="S::gfqr0053@leeds.ac.uk::22ad671f-4303-4965-8b1d-9e0cdc87eddc" providerId="AD" clId="Web-{475FD154-A676-8377-C625-7316E8EF4AE6}" dt="2026-03-18T21:41:37.584" v="191" actId="1076"/>
      <pc:docMkLst>
        <pc:docMk/>
      </pc:docMkLst>
      <pc:sldChg chg="addSp delSp modSp">
        <pc:chgData name="Uday Kiran Reddy Mule [gfqr0053]" userId="S::gfqr0053@leeds.ac.uk::22ad671f-4303-4965-8b1d-9e0cdc87eddc" providerId="AD" clId="Web-{475FD154-A676-8377-C625-7316E8EF4AE6}" dt="2026-03-18T21:41:37.584" v="191" actId="1076"/>
        <pc:sldMkLst>
          <pc:docMk/>
          <pc:sldMk cId="0" sldId="263"/>
        </pc:sldMkLst>
        <pc:spChg chg="mod topLvl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k cId="0" sldId="263"/>
            <ac:spMk id="4" creationId="{E4480875-3FEB-1141-8059-3B65EB5EB4CC}"/>
          </ac:spMkLst>
        </pc:spChg>
        <pc:spChg chg="mod topLvl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k cId="0" sldId="263"/>
            <ac:spMk id="5" creationId="{FF284590-CFD1-B6E0-5BA3-3CA5B6E4ADEC}"/>
          </ac:spMkLst>
        </pc:spChg>
        <pc:spChg chg="mod topLvl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k cId="0" sldId="263"/>
            <ac:spMk id="18" creationId="{6899E131-647A-C9E6-AABB-26D7C9355B79}"/>
          </ac:spMkLst>
        </pc:spChg>
        <pc:spChg chg="add mod">
          <ac:chgData name="Uday Kiran Reddy Mule [gfqr0053]" userId="S::gfqr0053@leeds.ac.uk::22ad671f-4303-4965-8b1d-9e0cdc87eddc" providerId="AD" clId="Web-{475FD154-A676-8377-C625-7316E8EF4AE6}" dt="2026-03-18T21:29:52.200" v="158" actId="1076"/>
          <ac:spMkLst>
            <pc:docMk/>
            <pc:sldMk cId="0" sldId="263"/>
            <ac:spMk id="23" creationId="{252D2F79-FF27-B156-8EB8-2566964BB585}"/>
          </ac:spMkLst>
        </pc:spChg>
        <pc:spChg chg="add mod topLvl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k cId="0" sldId="263"/>
            <ac:spMk id="28" creationId="{9E3911A4-CC27-70A7-FFFC-A341BE905F97}"/>
          </ac:spMkLst>
        </pc:spChg>
        <pc:spChg chg="add mod">
          <ac:chgData name="Uday Kiran Reddy Mule [gfqr0053]" userId="S::gfqr0053@leeds.ac.uk::22ad671f-4303-4965-8b1d-9e0cdc87eddc" providerId="AD" clId="Web-{475FD154-A676-8377-C625-7316E8EF4AE6}" dt="2026-03-18T21:27:25.463" v="140" actId="1076"/>
          <ac:spMkLst>
            <pc:docMk/>
            <pc:sldMk cId="0" sldId="263"/>
            <ac:spMk id="38" creationId="{97283976-52F2-34DC-9F8E-9515AC7CFCDE}"/>
          </ac:spMkLst>
        </pc:spChg>
        <pc:spChg chg="add mod ord">
          <ac:chgData name="Uday Kiran Reddy Mule [gfqr0053]" userId="S::gfqr0053@leeds.ac.uk::22ad671f-4303-4965-8b1d-9e0cdc87eddc" providerId="AD" clId="Web-{475FD154-A676-8377-C625-7316E8EF4AE6}" dt="2026-03-18T21:28:49.184" v="151" actId="1076"/>
          <ac:spMkLst>
            <pc:docMk/>
            <pc:sldMk cId="0" sldId="263"/>
            <ac:spMk id="39" creationId="{62CFBEFF-95FB-5F9B-7071-3AFBDC3345F7}"/>
          </ac:spMkLst>
        </pc:spChg>
        <pc:spChg chg="add mod">
          <ac:chgData name="Uday Kiran Reddy Mule [gfqr0053]" userId="S::gfqr0053@leeds.ac.uk::22ad671f-4303-4965-8b1d-9e0cdc87eddc" providerId="AD" clId="Web-{475FD154-A676-8377-C625-7316E8EF4AE6}" dt="2026-03-18T21:29:43.840" v="157" actId="14100"/>
          <ac:spMkLst>
            <pc:docMk/>
            <pc:sldMk cId="0" sldId="263"/>
            <ac:spMk id="40" creationId="{75F75952-B0A8-E402-E4E1-0F313B8475A2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16:05:08.622" v="16"/>
          <ac:spMkLst>
            <pc:docMk/>
            <pc:sldMk cId="0" sldId="263"/>
            <ac:spMk id="41" creationId="{8785E597-B0C8-4CA8-9A56-A0F3996D088D}"/>
          </ac:spMkLst>
        </pc:spChg>
        <pc:spChg chg="mod topLvl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k cId="0" sldId="263"/>
            <ac:spMk id="42" creationId="{EBC3B70E-A392-4069-A147-C1FCF37051AF}"/>
          </ac:spMkLst>
        </pc:spChg>
        <pc:spChg chg="mod topLvl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k cId="0" sldId="263"/>
            <ac:spMk id="46" creationId="{2C718E78-BDD8-4BAD-851F-D423AE935B0D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16:05:08.622" v="16"/>
          <ac:spMkLst>
            <pc:docMk/>
            <pc:sldMk cId="0" sldId="263"/>
            <ac:spMk id="47" creationId="{B9C39BF6-8B9A-45D3-A730-4CDDF5EAA7F1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21:35:12.552" v="174" actId="20577"/>
          <ac:spMkLst>
            <pc:docMk/>
            <pc:sldMk cId="0" sldId="263"/>
            <ac:spMk id="48" creationId="{3E6D1C9C-2516-4738-BC80-673A19ECE5BD}"/>
          </ac:spMkLst>
        </pc:spChg>
        <pc:spChg chg="add del">
          <ac:chgData name="Uday Kiran Reddy Mule [gfqr0053]" userId="S::gfqr0053@leeds.ac.uk::22ad671f-4303-4965-8b1d-9e0cdc87eddc" providerId="AD" clId="Web-{475FD154-A676-8377-C625-7316E8EF4AE6}" dt="2026-03-18T15:55:45.285" v="3"/>
          <ac:spMkLst>
            <pc:docMk/>
            <pc:sldMk cId="0" sldId="263"/>
            <ac:spMk id="49" creationId="{8F25EFAD-7AAF-4CAF-BA69-869B3D423F7F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16:04:49.215" v="15"/>
          <ac:spMkLst>
            <pc:docMk/>
            <pc:sldMk cId="0" sldId="263"/>
            <ac:spMk id="51" creationId="{BF801B80-E24E-4773-AC4E-37DC17B0424E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21:27:07.788" v="139" actId="1076"/>
          <ac:spMkLst>
            <pc:docMk/>
            <pc:sldMk cId="0" sldId="263"/>
            <ac:spMk id="52" creationId="{F6D8A1CF-B987-4F36-8586-4BEDACCCAB04}"/>
          </ac:spMkLst>
        </pc:spChg>
        <pc:spChg chg="mod topLvl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k cId="0" sldId="263"/>
            <ac:spMk id="53" creationId="{B9BDD4D7-12C6-4DBA-AD93-2C88BC17BC8B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21:41:37.584" v="191" actId="1076"/>
          <ac:spMkLst>
            <pc:docMk/>
            <pc:sldMk cId="0" sldId="263"/>
            <ac:spMk id="56" creationId="{1D434DB1-CA03-4AE7-BD42-F2F4837CE20D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21:41:28.505" v="189"/>
          <ac:spMkLst>
            <pc:docMk/>
            <pc:sldMk cId="0" sldId="263"/>
            <ac:spMk id="57" creationId="{992CC346-56CD-4384-BB14-A915BC781C78}"/>
          </ac:spMkLst>
        </pc:spChg>
        <pc:spChg chg="mod topLvl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k cId="0" sldId="263"/>
            <ac:spMk id="58" creationId="{E3DA8D0E-1298-4193-913A-0FE766B77D13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16:05:08.622" v="16"/>
          <ac:spMkLst>
            <pc:docMk/>
            <pc:sldMk cId="0" sldId="263"/>
            <ac:spMk id="59" creationId="{D07EEF88-ACF9-4467-B180-074FC642245A}"/>
          </ac:spMkLst>
        </pc:spChg>
        <pc:spChg chg="del">
          <ac:chgData name="Uday Kiran Reddy Mule [gfqr0053]" userId="S::gfqr0053@leeds.ac.uk::22ad671f-4303-4965-8b1d-9e0cdc87eddc" providerId="AD" clId="Web-{475FD154-A676-8377-C625-7316E8EF4AE6}" dt="2026-03-18T16:42:31.258" v="38"/>
          <ac:spMkLst>
            <pc:docMk/>
            <pc:sldMk cId="0" sldId="263"/>
            <ac:spMk id="60" creationId="{22B0201C-B275-4172-AE5F-42B6EA405F41}"/>
          </ac:spMkLst>
        </pc:spChg>
        <pc:spChg chg="mod topLvl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k cId="0" sldId="263"/>
            <ac:spMk id="61" creationId="{A6E6C31F-098B-45F7-BEE5-8A51FA70D59F}"/>
          </ac:spMkLst>
        </pc:spChg>
        <pc:spChg chg="mod topLvl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k cId="0" sldId="263"/>
            <ac:spMk id="63" creationId="{92D5F59B-F8CA-463C-871F-D1042309DE00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16:05:08.622" v="16"/>
          <ac:spMkLst>
            <pc:docMk/>
            <pc:sldMk cId="0" sldId="263"/>
            <ac:spMk id="65" creationId="{68744D3E-CEF9-4748-9719-25AAABF27BDD}"/>
          </ac:spMkLst>
        </pc:spChg>
        <pc:spChg chg="del topLvl">
          <ac:chgData name="Uday Kiran Reddy Mule [gfqr0053]" userId="S::gfqr0053@leeds.ac.uk::22ad671f-4303-4965-8b1d-9e0cdc87eddc" providerId="AD" clId="Web-{475FD154-A676-8377-C625-7316E8EF4AE6}" dt="2026-03-18T15:55:39.504" v="1"/>
          <ac:spMkLst>
            <pc:docMk/>
            <pc:sldMk cId="0" sldId="263"/>
            <ac:spMk id="79" creationId="{5B49C0F6-1B9D-48C7-BBFB-35000A1B25EA}"/>
          </ac:spMkLst>
        </pc:spChg>
        <pc:spChg chg="del topLvl">
          <ac:chgData name="Uday Kiran Reddy Mule [gfqr0053]" userId="S::gfqr0053@leeds.ac.uk::22ad671f-4303-4965-8b1d-9e0cdc87eddc" providerId="AD" clId="Web-{475FD154-A676-8377-C625-7316E8EF4AE6}" dt="2026-03-18T15:55:48.910" v="4"/>
          <ac:spMkLst>
            <pc:docMk/>
            <pc:sldMk cId="0" sldId="263"/>
            <ac:spMk id="80" creationId="{79E3E226-A92D-4BB3-9BDA-9ACD726F1F06}"/>
          </ac:spMkLst>
        </pc:spChg>
        <pc:grpChg chg="add mod">
          <ac:chgData name="Uday Kiran Reddy Mule [gfqr0053]" userId="S::gfqr0053@leeds.ac.uk::22ad671f-4303-4965-8b1d-9e0cdc87eddc" providerId="AD" clId="Web-{475FD154-A676-8377-C625-7316E8EF4AE6}" dt="2026-03-18T21:32:08.300" v="161" actId="14100"/>
          <ac:grpSpMkLst>
            <pc:docMk/>
            <pc:sldMk cId="0" sldId="263"/>
            <ac:grpSpMk id="43" creationId="{BFC620A3-827B-EEBD-9BF7-A88ACAF0D998}"/>
          </ac:grpSpMkLst>
        </pc:grpChg>
        <pc:grpChg chg="add mod">
          <ac:chgData name="Uday Kiran Reddy Mule [gfqr0053]" userId="S::gfqr0053@leeds.ac.uk::22ad671f-4303-4965-8b1d-9e0cdc87eddc" providerId="AD" clId="Web-{475FD154-A676-8377-C625-7316E8EF4AE6}" dt="2026-03-18T21:35:24.069" v="176" actId="1076"/>
          <ac:grpSpMkLst>
            <pc:docMk/>
            <pc:sldMk cId="0" sldId="263"/>
            <ac:grpSpMk id="44" creationId="{4AD757E5-C4C2-87E4-0FBC-85C011CDE4E2}"/>
          </ac:grpSpMkLst>
        </pc:grpChg>
        <pc:grpChg chg="del mod">
          <ac:chgData name="Uday Kiran Reddy Mule [gfqr0053]" userId="S::gfqr0053@leeds.ac.uk::22ad671f-4303-4965-8b1d-9e0cdc87eddc" providerId="AD" clId="Web-{475FD154-A676-8377-C625-7316E8EF4AE6}" dt="2026-03-18T15:55:39.504" v="1"/>
          <ac:grpSpMkLst>
            <pc:docMk/>
            <pc:sldMk cId="0" sldId="263"/>
            <ac:grpSpMk id="78" creationId="{90DE6BA3-899B-40FB-B199-9E6C84185E5E}"/>
          </ac:grpSpMkLst>
        </pc:grpChg>
        <pc:grpChg chg="del">
          <ac:chgData name="Uday Kiran Reddy Mule [gfqr0053]" userId="S::gfqr0053@leeds.ac.uk::22ad671f-4303-4965-8b1d-9e0cdc87eddc" providerId="AD" clId="Web-{475FD154-A676-8377-C625-7316E8EF4AE6}" dt="2026-03-18T15:55:58.614" v="5"/>
          <ac:grpSpMkLst>
            <pc:docMk/>
            <pc:sldMk cId="0" sldId="263"/>
            <ac:grpSpMk id="81" creationId="{93E5B94A-6369-4AA9-ACBB-B484118E1D78}"/>
          </ac:grpSpMkLst>
        </pc:grpChg>
        <pc:grpChg chg="del">
          <ac:chgData name="Uday Kiran Reddy Mule [gfqr0053]" userId="S::gfqr0053@leeds.ac.uk::22ad671f-4303-4965-8b1d-9e0cdc87eddc" providerId="AD" clId="Web-{475FD154-A676-8377-C625-7316E8EF4AE6}" dt="2026-03-18T15:56:11.848" v="6"/>
          <ac:grpSpMkLst>
            <pc:docMk/>
            <pc:sldMk cId="0" sldId="263"/>
            <ac:grpSpMk id="84" creationId="{0B228E5D-FCCE-4B99-AC9F-154B358A548F}"/>
          </ac:grpSpMkLst>
        </pc:grpChg>
        <pc:graphicFrameChg chg="del">
          <ac:chgData name="Uday Kiran Reddy Mule [gfqr0053]" userId="S::gfqr0053@leeds.ac.uk::22ad671f-4303-4965-8b1d-9e0cdc87eddc" providerId="AD" clId="Web-{475FD154-A676-8377-C625-7316E8EF4AE6}" dt="2026-03-18T17:03:54.447" v="71"/>
          <ac:graphicFrameMkLst>
            <pc:docMk/>
            <pc:sldMk cId="0" sldId="263"/>
            <ac:graphicFrameMk id="20" creationId="{66F0CCF8-4872-47D4-879A-ACA29281524E}"/>
          </ac:graphicFrameMkLst>
        </pc:graphicFrameChg>
        <pc:graphicFrameChg chg="del">
          <ac:chgData name="Uday Kiran Reddy Mule [gfqr0053]" userId="S::gfqr0053@leeds.ac.uk::22ad671f-4303-4965-8b1d-9e0cdc87eddc" providerId="AD" clId="Web-{475FD154-A676-8377-C625-7316E8EF4AE6}" dt="2026-03-18T17:03:49.275" v="70"/>
          <ac:graphicFrameMkLst>
            <pc:docMk/>
            <pc:sldMk cId="0" sldId="263"/>
            <ac:graphicFrameMk id="27" creationId="{412C927A-06C9-AE4A-BE6B-1481701ACB66}"/>
          </ac:graphicFrameMkLst>
        </pc:graphicFrameChg>
        <pc:graphicFrameChg chg="del modGraphic">
          <ac:chgData name="Uday Kiran Reddy Mule [gfqr0053]" userId="S::gfqr0053@leeds.ac.uk::22ad671f-4303-4965-8b1d-9e0cdc87eddc" providerId="AD" clId="Web-{475FD154-A676-8377-C625-7316E8EF4AE6}" dt="2026-03-18T17:03:42.836" v="69"/>
          <ac:graphicFrameMkLst>
            <pc:docMk/>
            <pc:sldMk cId="0" sldId="263"/>
            <ac:graphicFrameMk id="30" creationId="{38D4DA31-2F60-2621-57D4-8FFD68A9CFCC}"/>
          </ac:graphicFrameMkLst>
        </pc:graphicFrameChg>
        <pc:picChg chg="add mod">
          <ac:chgData name="Uday Kiran Reddy Mule [gfqr0053]" userId="S::gfqr0053@leeds.ac.uk::22ad671f-4303-4965-8b1d-9e0cdc87eddc" providerId="AD" clId="Web-{475FD154-A676-8377-C625-7316E8EF4AE6}" dt="2026-03-18T16:05:14.763" v="18" actId="14100"/>
          <ac:picMkLst>
            <pc:docMk/>
            <pc:sldMk cId="0" sldId="263"/>
            <ac:picMk id="7" creationId="{8E0A1999-3444-7643-6EF1-E4D42A108AFD}"/>
          </ac:picMkLst>
        </pc:picChg>
        <pc:picChg chg="add mod">
          <ac:chgData name="Uday Kiran Reddy Mule [gfqr0053]" userId="S::gfqr0053@leeds.ac.uk::22ad671f-4303-4965-8b1d-9e0cdc87eddc" providerId="AD" clId="Web-{475FD154-A676-8377-C625-7316E8EF4AE6}" dt="2026-03-18T17:04:08.324" v="73" actId="14100"/>
          <ac:picMkLst>
            <pc:docMk/>
            <pc:sldMk cId="0" sldId="263"/>
            <ac:picMk id="29" creationId="{3BB1943B-E322-3013-C410-FF68DA88B3FB}"/>
          </ac:picMkLst>
        </pc:picChg>
        <pc:picChg chg="add mod">
          <ac:chgData name="Uday Kiran Reddy Mule [gfqr0053]" userId="S::gfqr0053@leeds.ac.uk::22ad671f-4303-4965-8b1d-9e0cdc87eddc" providerId="AD" clId="Web-{475FD154-A676-8377-C625-7316E8EF4AE6}" dt="2026-03-18T17:04:11.949" v="74" actId="14100"/>
          <ac:picMkLst>
            <pc:docMk/>
            <pc:sldMk cId="0" sldId="263"/>
            <ac:picMk id="33" creationId="{465CCB0C-4DE7-0B7F-0D0B-27150069E637}"/>
          </ac:picMkLst>
        </pc:picChg>
      </pc:sldChg>
      <pc:sldMasterChg chg="modSp modSldLayout">
        <pc:chgData name="Uday Kiran Reddy Mule [gfqr0053]" userId="S::gfqr0053@leeds.ac.uk::22ad671f-4303-4965-8b1d-9e0cdc87eddc" providerId="AD" clId="Web-{475FD154-A676-8377-C625-7316E8EF4AE6}" dt="2026-03-18T21:33:47.514" v="164"/>
        <pc:sldMasterMkLst>
          <pc:docMk/>
          <pc:sldMasterMk cId="0" sldId="2147483648"/>
        </pc:sldMasterMkLst>
        <pc:spChg chg="mod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asterMk cId="0" sldId="2147483648"/>
            <ac:spMk id="1026" creationId="{00000000-0000-0000-0000-000000000000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asterMk cId="0" sldId="2147483648"/>
            <ac:spMk id="1027" creationId="{00000000-0000-0000-0000-000000000000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asterMk cId="0" sldId="2147483648"/>
            <ac:spMk id="1028" creationId="{00000000-0000-0000-0000-000000000000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asterMk cId="0" sldId="2147483648"/>
            <ac:spMk id="1029" creationId="{00000000-0000-0000-0000-000000000000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asterMk cId="0" sldId="2147483648"/>
            <ac:spMk id="1030" creationId="{00000000-0000-0000-0000-000000000000}"/>
          </ac:spMkLst>
        </pc:spChg>
        <pc:spChg chg="mod">
          <ac:chgData name="Uday Kiran Reddy Mule [gfqr0053]" userId="S::gfqr0053@leeds.ac.uk::22ad671f-4303-4965-8b1d-9e0cdc87eddc" providerId="AD" clId="Web-{475FD154-A676-8377-C625-7316E8EF4AE6}" dt="2026-03-18T21:33:47.514" v="164"/>
          <ac:spMkLst>
            <pc:docMk/>
            <pc:sldMasterMk cId="0" sldId="2147483648"/>
            <ac:spMk id="1034" creationId="{00000000-0000-0000-0000-000000000000}"/>
          </ac:spMkLst>
        </pc:spChg>
        <pc:picChg chg="mod">
          <ac:chgData name="Uday Kiran Reddy Mule [gfqr0053]" userId="S::gfqr0053@leeds.ac.uk::22ad671f-4303-4965-8b1d-9e0cdc87eddc" providerId="AD" clId="Web-{475FD154-A676-8377-C625-7316E8EF4AE6}" dt="2026-03-18T21:33:47.514" v="164"/>
          <ac:picMkLst>
            <pc:docMk/>
            <pc:sldMasterMk cId="0" sldId="2147483648"/>
            <ac:picMk id="1031" creationId="{00000000-0000-0000-0000-000000000000}"/>
          </ac:picMkLst>
        </pc:picChg>
        <pc:picChg chg="mod">
          <ac:chgData name="Uday Kiran Reddy Mule [gfqr0053]" userId="S::gfqr0053@leeds.ac.uk::22ad671f-4303-4965-8b1d-9e0cdc87eddc" providerId="AD" clId="Web-{475FD154-A676-8377-C625-7316E8EF4AE6}" dt="2026-03-18T21:33:47.514" v="164"/>
          <ac:picMkLst>
            <pc:docMk/>
            <pc:sldMasterMk cId="0" sldId="2147483648"/>
            <ac:picMk id="1032" creationId="{00000000-0000-0000-0000-000000000000}"/>
          </ac:picMkLst>
        </pc:picChg>
        <pc:picChg chg="mod">
          <ac:chgData name="Uday Kiran Reddy Mule [gfqr0053]" userId="S::gfqr0053@leeds.ac.uk::22ad671f-4303-4965-8b1d-9e0cdc87eddc" providerId="AD" clId="Web-{475FD154-A676-8377-C625-7316E8EF4AE6}" dt="2026-03-18T21:33:47.514" v="164"/>
          <ac:picMkLst>
            <pc:docMk/>
            <pc:sldMasterMk cId="0" sldId="2147483648"/>
            <ac:picMk id="1033" creationId="{00000000-0000-0000-0000-000000000000}"/>
          </ac:picMkLst>
        </pc:picChg>
        <pc:sldLayoutChg chg="modSp">
          <pc:chgData name="Uday Kiran Reddy Mule [gfqr0053]" userId="S::gfqr0053@leeds.ac.uk::22ad671f-4303-4965-8b1d-9e0cdc87eddc" providerId="AD" clId="Web-{475FD154-A676-8377-C625-7316E8EF4AE6}" dt="2026-03-18T21:33:47.514" v="164"/>
          <pc:sldLayoutMkLst>
            <pc:docMk/>
            <pc:sldMasterMk cId="0" sldId="2147483648"/>
            <pc:sldLayoutMk cId="3648922583" sldId="2147483649"/>
          </pc:sldLayoutMkLst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648922583" sldId="2147483649"/>
              <ac:spMk id="2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648922583" sldId="2147483649"/>
              <ac:spMk id="3" creationId="{00000000-0000-0000-0000-000000000000}"/>
            </ac:spMkLst>
          </pc:spChg>
        </pc:sldLayoutChg>
        <pc:sldLayoutChg chg="modSp">
          <pc:chgData name="Uday Kiran Reddy Mule [gfqr0053]" userId="S::gfqr0053@leeds.ac.uk::22ad671f-4303-4965-8b1d-9e0cdc87eddc" providerId="AD" clId="Web-{475FD154-A676-8377-C625-7316E8EF4AE6}" dt="2026-03-18T21:33:47.514" v="164"/>
          <pc:sldLayoutMkLst>
            <pc:docMk/>
            <pc:sldMasterMk cId="0" sldId="2147483648"/>
            <pc:sldLayoutMk cId="2568638210" sldId="2147483651"/>
          </pc:sldLayoutMkLst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2568638210" sldId="2147483651"/>
              <ac:spMk id="2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2568638210" sldId="2147483651"/>
              <ac:spMk id="3" creationId="{00000000-0000-0000-0000-000000000000}"/>
            </ac:spMkLst>
          </pc:spChg>
        </pc:sldLayoutChg>
        <pc:sldLayoutChg chg="modSp">
          <pc:chgData name="Uday Kiran Reddy Mule [gfqr0053]" userId="S::gfqr0053@leeds.ac.uk::22ad671f-4303-4965-8b1d-9e0cdc87eddc" providerId="AD" clId="Web-{475FD154-A676-8377-C625-7316E8EF4AE6}" dt="2026-03-18T21:33:47.514" v="164"/>
          <pc:sldLayoutMkLst>
            <pc:docMk/>
            <pc:sldMasterMk cId="0" sldId="2147483648"/>
            <pc:sldLayoutMk cId="2618309162" sldId="2147483652"/>
          </pc:sldLayoutMkLst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2618309162" sldId="2147483652"/>
              <ac:spMk id="3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2618309162" sldId="2147483652"/>
              <ac:spMk id="4" creationId="{00000000-0000-0000-0000-000000000000}"/>
            </ac:spMkLst>
          </pc:spChg>
        </pc:sldLayoutChg>
        <pc:sldLayoutChg chg="modSp">
          <pc:chgData name="Uday Kiran Reddy Mule [gfqr0053]" userId="S::gfqr0053@leeds.ac.uk::22ad671f-4303-4965-8b1d-9e0cdc87eddc" providerId="AD" clId="Web-{475FD154-A676-8377-C625-7316E8EF4AE6}" dt="2026-03-18T21:33:47.514" v="164"/>
          <pc:sldLayoutMkLst>
            <pc:docMk/>
            <pc:sldMasterMk cId="0" sldId="2147483648"/>
            <pc:sldLayoutMk cId="3601223922" sldId="2147483653"/>
          </pc:sldLayoutMkLst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601223922" sldId="2147483653"/>
              <ac:spMk id="2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601223922" sldId="2147483653"/>
              <ac:spMk id="3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601223922" sldId="2147483653"/>
              <ac:spMk id="4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601223922" sldId="2147483653"/>
              <ac:spMk id="5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601223922" sldId="2147483653"/>
              <ac:spMk id="6" creationId="{00000000-0000-0000-0000-000000000000}"/>
            </ac:spMkLst>
          </pc:spChg>
        </pc:sldLayoutChg>
        <pc:sldLayoutChg chg="modSp">
          <pc:chgData name="Uday Kiran Reddy Mule [gfqr0053]" userId="S::gfqr0053@leeds.ac.uk::22ad671f-4303-4965-8b1d-9e0cdc87eddc" providerId="AD" clId="Web-{475FD154-A676-8377-C625-7316E8EF4AE6}" dt="2026-03-18T21:33:47.514" v="164"/>
          <pc:sldLayoutMkLst>
            <pc:docMk/>
            <pc:sldMasterMk cId="0" sldId="2147483648"/>
            <pc:sldLayoutMk cId="3982895616" sldId="2147483656"/>
          </pc:sldLayoutMkLst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982895616" sldId="2147483656"/>
              <ac:spMk id="2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982895616" sldId="2147483656"/>
              <ac:spMk id="3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982895616" sldId="2147483656"/>
              <ac:spMk id="4" creationId="{00000000-0000-0000-0000-000000000000}"/>
            </ac:spMkLst>
          </pc:spChg>
        </pc:sldLayoutChg>
        <pc:sldLayoutChg chg="modSp">
          <pc:chgData name="Uday Kiran Reddy Mule [gfqr0053]" userId="S::gfqr0053@leeds.ac.uk::22ad671f-4303-4965-8b1d-9e0cdc87eddc" providerId="AD" clId="Web-{475FD154-A676-8377-C625-7316E8EF4AE6}" dt="2026-03-18T21:33:47.514" v="164"/>
          <pc:sldLayoutMkLst>
            <pc:docMk/>
            <pc:sldMasterMk cId="0" sldId="2147483648"/>
            <pc:sldLayoutMk cId="2154294852" sldId="2147483657"/>
          </pc:sldLayoutMkLst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2154294852" sldId="2147483657"/>
              <ac:spMk id="2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2154294852" sldId="2147483657"/>
              <ac:spMk id="3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2154294852" sldId="2147483657"/>
              <ac:spMk id="4" creationId="{00000000-0000-0000-0000-000000000000}"/>
            </ac:spMkLst>
          </pc:spChg>
        </pc:sldLayoutChg>
        <pc:sldLayoutChg chg="modSp">
          <pc:chgData name="Uday Kiran Reddy Mule [gfqr0053]" userId="S::gfqr0053@leeds.ac.uk::22ad671f-4303-4965-8b1d-9e0cdc87eddc" providerId="AD" clId="Web-{475FD154-A676-8377-C625-7316E8EF4AE6}" dt="2026-03-18T21:33:47.514" v="164"/>
          <pc:sldLayoutMkLst>
            <pc:docMk/>
            <pc:sldMasterMk cId="0" sldId="2147483648"/>
            <pc:sldLayoutMk cId="3494185400" sldId="2147483659"/>
          </pc:sldLayoutMkLst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494185400" sldId="2147483659"/>
              <ac:spMk id="2" creationId="{00000000-0000-0000-0000-000000000000}"/>
            </ac:spMkLst>
          </pc:spChg>
          <pc:spChg chg="mod">
            <ac:chgData name="Uday Kiran Reddy Mule [gfqr0053]" userId="S::gfqr0053@leeds.ac.uk::22ad671f-4303-4965-8b1d-9e0cdc87eddc" providerId="AD" clId="Web-{475FD154-A676-8377-C625-7316E8EF4AE6}" dt="2026-03-18T21:33:47.514" v="164"/>
            <ac:spMkLst>
              <pc:docMk/>
              <pc:sldMasterMk cId="0" sldId="2147483648"/>
              <pc:sldLayoutMk cId="3494185400" sldId="2147483659"/>
              <ac:spMk id="3" creationId="{00000000-0000-0000-0000-000000000000}"/>
            </ac:spMkLst>
          </pc:spChg>
        </pc:sldLayoutChg>
      </pc:sldMasterChg>
    </pc:docChg>
  </pc:docChgLst>
  <pc:docChgLst>
    <pc:chgData name="Krithik Sharan Suresh Alagianayagi [mxnp0398]" userId="S::mxnp0398@leeds.ac.uk::c5a1932f-a614-4da3-bac4-4df76e6d31a2" providerId="AD" clId="Web-{F9B5812A-6D5B-CBBC-1433-7E773D6EAF27}"/>
    <pc:docChg chg="modSld">
      <pc:chgData name="Krithik Sharan Suresh Alagianayagi [mxnp0398]" userId="S::mxnp0398@leeds.ac.uk::c5a1932f-a614-4da3-bac4-4df76e6d31a2" providerId="AD" clId="Web-{F9B5812A-6D5B-CBBC-1433-7E773D6EAF27}" dt="2026-03-18T20:58:31.982" v="0" actId="14100"/>
      <pc:docMkLst>
        <pc:docMk/>
      </pc:docMkLst>
      <pc:sldChg chg="modSp">
        <pc:chgData name="Krithik Sharan Suresh Alagianayagi [mxnp0398]" userId="S::mxnp0398@leeds.ac.uk::c5a1932f-a614-4da3-bac4-4df76e6d31a2" providerId="AD" clId="Web-{F9B5812A-6D5B-CBBC-1433-7E773D6EAF27}" dt="2026-03-18T20:58:31.982" v="0" actId="14100"/>
        <pc:sldMkLst>
          <pc:docMk/>
          <pc:sldMk cId="0" sldId="263"/>
        </pc:sldMkLst>
        <pc:picChg chg="mod">
          <ac:chgData name="Krithik Sharan Suresh Alagianayagi [mxnp0398]" userId="S::mxnp0398@leeds.ac.uk::c5a1932f-a614-4da3-bac4-4df76e6d31a2" providerId="AD" clId="Web-{F9B5812A-6D5B-CBBC-1433-7E773D6EAF27}" dt="2026-03-18T20:58:31.982" v="0" actId="14100"/>
          <ac:picMkLst>
            <pc:docMk/>
            <pc:sldMk cId="0" sldId="263"/>
            <ac:picMk id="6" creationId="{B08D0A9F-428E-4BAE-BE01-668D5F988E19}"/>
          </ac:picMkLst>
        </pc:picChg>
      </pc:sldChg>
    </pc:docChg>
  </pc:docChgLst>
  <pc:docChgLst>
    <pc:chgData name="Yuhuan Wang [tnqs0363]" userId="S::tnqs0363@leeds.ac.uk::cc4acb7e-9819-400b-8d81-bb723acf5fa7" providerId="AD" clId="Web-{D290F4C6-B7EA-1D95-73C5-40E7C4B325B6}"/>
    <pc:docChg chg="modSld">
      <pc:chgData name="Yuhuan Wang [tnqs0363]" userId="S::tnqs0363@leeds.ac.uk::cc4acb7e-9819-400b-8d81-bb723acf5fa7" providerId="AD" clId="Web-{D290F4C6-B7EA-1D95-73C5-40E7C4B325B6}" dt="2026-03-18T16:52:24.578" v="243"/>
      <pc:docMkLst>
        <pc:docMk/>
      </pc:docMkLst>
      <pc:sldChg chg="addSp delSp modSp">
        <pc:chgData name="Yuhuan Wang [tnqs0363]" userId="S::tnqs0363@leeds.ac.uk::cc4acb7e-9819-400b-8d81-bb723acf5fa7" providerId="AD" clId="Web-{D290F4C6-B7EA-1D95-73C5-40E7C4B325B6}" dt="2026-03-18T16:52:24.578" v="243"/>
        <pc:sldMkLst>
          <pc:docMk/>
          <pc:sldMk cId="0" sldId="263"/>
        </pc:sldMkLst>
        <pc:spChg chg="add del mod">
          <ac:chgData name="Yuhuan Wang [tnqs0363]" userId="S::tnqs0363@leeds.ac.uk::cc4acb7e-9819-400b-8d81-bb723acf5fa7" providerId="AD" clId="Web-{D290F4C6-B7EA-1D95-73C5-40E7C4B325B6}" dt="2026-03-18T16:19:42.152" v="83"/>
          <ac:spMkLst>
            <pc:docMk/>
            <pc:sldMk cId="0" sldId="263"/>
            <ac:spMk id="48" creationId="{3E6D1C9C-2516-4738-BC80-673A19ECE5BD}"/>
          </ac:spMkLst>
        </pc:spChg>
        <pc:spChg chg="mod">
          <ac:chgData name="Yuhuan Wang [tnqs0363]" userId="S::tnqs0363@leeds.ac.uk::cc4acb7e-9819-400b-8d81-bb723acf5fa7" providerId="AD" clId="Web-{D290F4C6-B7EA-1D95-73C5-40E7C4B325B6}" dt="2026-03-18T16:00:14.583" v="47"/>
          <ac:spMkLst>
            <pc:docMk/>
            <pc:sldMk cId="0" sldId="263"/>
            <ac:spMk id="58" creationId="{E3DA8D0E-1298-4193-913A-0FE766B77D13}"/>
          </ac:spMkLst>
        </pc:spChg>
        <pc:spChg chg="mod">
          <ac:chgData name="Yuhuan Wang [tnqs0363]" userId="S::tnqs0363@leeds.ac.uk::cc4acb7e-9819-400b-8d81-bb723acf5fa7" providerId="AD" clId="Web-{D290F4C6-B7EA-1D95-73C5-40E7C4B325B6}" dt="2026-03-18T15:33:37.524" v="24" actId="20577"/>
          <ac:spMkLst>
            <pc:docMk/>
            <pc:sldMk cId="0" sldId="263"/>
            <ac:spMk id="59" creationId="{D07EEF88-ACF9-4467-B180-074FC642245A}"/>
          </ac:spMkLst>
        </pc:spChg>
        <pc:graphicFrameChg chg="modGraphic">
          <ac:chgData name="Yuhuan Wang [tnqs0363]" userId="S::tnqs0363@leeds.ac.uk::cc4acb7e-9819-400b-8d81-bb723acf5fa7" providerId="AD" clId="Web-{D290F4C6-B7EA-1D95-73C5-40E7C4B325B6}" dt="2026-03-18T16:52:24.578" v="243"/>
          <ac:graphicFrameMkLst>
            <pc:docMk/>
            <pc:sldMk cId="0" sldId="263"/>
            <ac:graphicFrameMk id="30" creationId="{38D4DA31-2F60-2621-57D4-8FFD68A9CFCC}"/>
          </ac:graphicFrameMkLst>
        </pc:graphicFrameChg>
        <pc:picChg chg="add mod">
          <ac:chgData name="Yuhuan Wang [tnqs0363]" userId="S::tnqs0363@leeds.ac.uk::cc4acb7e-9819-400b-8d81-bb723acf5fa7" providerId="AD" clId="Web-{D290F4C6-B7EA-1D95-73C5-40E7C4B325B6}" dt="2026-03-18T16:15:17.088" v="76" actId="1076"/>
          <ac:picMkLst>
            <pc:docMk/>
            <pc:sldMk cId="0" sldId="263"/>
            <ac:picMk id="8" creationId="{FF18E30B-2E61-4C9E-88C7-332DE6F633A3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15:28.760" v="78" actId="1076"/>
          <ac:picMkLst>
            <pc:docMk/>
            <pc:sldMk cId="0" sldId="263"/>
            <ac:picMk id="10" creationId="{5E7B9418-B8E3-77EA-9D04-82E80857760C}"/>
          </ac:picMkLst>
        </pc:picChg>
        <pc:picChg chg="add del mod">
          <ac:chgData name="Yuhuan Wang [tnqs0363]" userId="S::tnqs0363@leeds.ac.uk::cc4acb7e-9819-400b-8d81-bb723acf5fa7" providerId="AD" clId="Web-{D290F4C6-B7EA-1D95-73C5-40E7C4B325B6}" dt="2026-03-18T16:31:10.743" v="132"/>
          <ac:picMkLst>
            <pc:docMk/>
            <pc:sldMk cId="0" sldId="263"/>
            <ac:picMk id="11" creationId="{07289D0D-627F-11B2-9892-EC35D21E47BF}"/>
          </ac:picMkLst>
        </pc:picChg>
        <pc:picChg chg="add del mod">
          <ac:chgData name="Yuhuan Wang [tnqs0363]" userId="S::tnqs0363@leeds.ac.uk::cc4acb7e-9819-400b-8d81-bb723acf5fa7" providerId="AD" clId="Web-{D290F4C6-B7EA-1D95-73C5-40E7C4B325B6}" dt="2026-03-18T16:19:18.699" v="82"/>
          <ac:picMkLst>
            <pc:docMk/>
            <pc:sldMk cId="0" sldId="263"/>
            <ac:picMk id="11" creationId="{8459F298-09CE-9F16-8EC8-6AE3F68218F4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47:14.463" v="239" actId="14100"/>
          <ac:picMkLst>
            <pc:docMk/>
            <pc:sldMk cId="0" sldId="263"/>
            <ac:picMk id="11" creationId="{BCC46186-0280-5545-5886-D5A3A9A970E6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47:48.636" v="241" actId="14100"/>
          <ac:picMkLst>
            <pc:docMk/>
            <pc:sldMk cId="0" sldId="263"/>
            <ac:picMk id="12" creationId="{83BE3FC4-DBF8-1898-7860-095E6F1929D4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21:44.716" v="95" actId="1076"/>
          <ac:picMkLst>
            <pc:docMk/>
            <pc:sldMk cId="0" sldId="263"/>
            <ac:picMk id="14" creationId="{0487DF1D-0133-E149-E64D-8CC4ACB78140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47:24.463" v="240" actId="14100"/>
          <ac:picMkLst>
            <pc:docMk/>
            <pc:sldMk cId="0" sldId="263"/>
            <ac:picMk id="15" creationId="{1CEACA13-7227-FBCF-959C-755B09B36475}"/>
          </ac:picMkLst>
        </pc:picChg>
        <pc:picChg chg="add del mod">
          <ac:chgData name="Yuhuan Wang [tnqs0363]" userId="S::tnqs0363@leeds.ac.uk::cc4acb7e-9819-400b-8d81-bb723acf5fa7" providerId="AD" clId="Web-{D290F4C6-B7EA-1D95-73C5-40E7C4B325B6}" dt="2026-03-18T16:22:47.811" v="97"/>
          <ac:picMkLst>
            <pc:docMk/>
            <pc:sldMk cId="0" sldId="263"/>
            <ac:picMk id="15" creationId="{D3538117-F53D-0E1C-7350-E7B5971E2FCC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42:38.659" v="204" actId="14100"/>
          <ac:picMkLst>
            <pc:docMk/>
            <pc:sldMk cId="0" sldId="263"/>
            <ac:picMk id="16" creationId="{906CF505-39ED-0775-C1D0-1C1A0CEACF87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44:27.991" v="218" actId="14100"/>
          <ac:picMkLst>
            <pc:docMk/>
            <pc:sldMk cId="0" sldId="263"/>
            <ac:picMk id="17" creationId="{6087208B-9FF0-F20E-ECFF-26ACD4B5B2EF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43:57.865" v="214" actId="1076"/>
          <ac:picMkLst>
            <pc:docMk/>
            <pc:sldMk cId="0" sldId="263"/>
            <ac:picMk id="19" creationId="{439DEB2F-69AD-FDFE-A463-6CED70B5C3AB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45:24.289" v="226" actId="1076"/>
          <ac:picMkLst>
            <pc:docMk/>
            <pc:sldMk cId="0" sldId="263"/>
            <ac:picMk id="22" creationId="{B7E56AF1-4610-42F8-52FA-55DF365BE2D3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46:36.197" v="238" actId="14100"/>
          <ac:picMkLst>
            <pc:docMk/>
            <pc:sldMk cId="0" sldId="263"/>
            <ac:picMk id="23" creationId="{83290E71-EBE2-3862-3675-8A7F7700DA80}"/>
          </ac:picMkLst>
        </pc:picChg>
        <pc:picChg chg="add mod">
          <ac:chgData name="Yuhuan Wang [tnqs0363]" userId="S::tnqs0363@leeds.ac.uk::cc4acb7e-9819-400b-8d81-bb723acf5fa7" providerId="AD" clId="Web-{D290F4C6-B7EA-1D95-73C5-40E7C4B325B6}" dt="2026-03-18T16:46:17.321" v="236" actId="1076"/>
          <ac:picMkLst>
            <pc:docMk/>
            <pc:sldMk cId="0" sldId="263"/>
            <ac:picMk id="25" creationId="{E273A29D-34C7-55D5-8656-696C9E8F8EF4}"/>
          </ac:picMkLst>
        </pc:picChg>
      </pc:sldChg>
    </pc:docChg>
  </pc:docChgLst>
  <pc:docChgLst>
    <pc:chgData name="Yuhuan Wang [tnqs0363]" userId="S::tnqs0363@leeds.ac.uk::cc4acb7e-9819-400b-8d81-bb723acf5fa7" providerId="AD" clId="Web-{EE6D8EFB-7ED1-D273-CD6E-6125F00E6FDF}"/>
    <pc:docChg chg="modSld">
      <pc:chgData name="Yuhuan Wang [tnqs0363]" userId="S::tnqs0363@leeds.ac.uk::cc4acb7e-9819-400b-8d81-bb723acf5fa7" providerId="AD" clId="Web-{EE6D8EFB-7ED1-D273-CD6E-6125F00E6FDF}" dt="2026-03-18T17:55:39.275" v="139" actId="1076"/>
      <pc:docMkLst>
        <pc:docMk/>
      </pc:docMkLst>
      <pc:sldChg chg="addSp delSp modSp">
        <pc:chgData name="Yuhuan Wang [tnqs0363]" userId="S::tnqs0363@leeds.ac.uk::cc4acb7e-9819-400b-8d81-bb723acf5fa7" providerId="AD" clId="Web-{EE6D8EFB-7ED1-D273-CD6E-6125F00E6FDF}" dt="2026-03-18T17:55:39.275" v="139" actId="1076"/>
        <pc:sldMkLst>
          <pc:docMk/>
          <pc:sldMk cId="0" sldId="263"/>
        </pc:sldMkLst>
        <pc:spChg chg="mod">
          <ac:chgData name="Yuhuan Wang [tnqs0363]" userId="S::tnqs0363@leeds.ac.uk::cc4acb7e-9819-400b-8d81-bb723acf5fa7" providerId="AD" clId="Web-{EE6D8EFB-7ED1-D273-CD6E-6125F00E6FDF}" dt="2026-03-18T17:43:16.605" v="43" actId="1076"/>
          <ac:spMkLst>
            <pc:docMk/>
            <pc:sldMk cId="0" sldId="263"/>
            <ac:spMk id="48" creationId="{3E6D1C9C-2516-4738-BC80-673A19ECE5BD}"/>
          </ac:spMkLst>
        </pc:spChg>
        <pc:picChg chg="del">
          <ac:chgData name="Yuhuan Wang [tnqs0363]" userId="S::tnqs0363@leeds.ac.uk::cc4acb7e-9819-400b-8d81-bb723acf5fa7" providerId="AD" clId="Web-{EE6D8EFB-7ED1-D273-CD6E-6125F00E6FDF}" dt="2026-03-18T17:52:26.841" v="113"/>
          <ac:picMkLst>
            <pc:docMk/>
            <pc:sldMk cId="0" sldId="263"/>
            <ac:picMk id="8" creationId="{FF18E30B-2E61-4C9E-88C7-332DE6F633A3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52:30.044" v="114"/>
          <ac:picMkLst>
            <pc:docMk/>
            <pc:sldMk cId="0" sldId="263"/>
            <ac:picMk id="10" creationId="{5E7B9418-B8E3-77EA-9D04-82E80857760C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42:42.073" v="31"/>
          <ac:picMkLst>
            <pc:docMk/>
            <pc:sldMk cId="0" sldId="263"/>
            <ac:picMk id="11" creationId="{BCC46186-0280-5545-5886-D5A3A9A970E6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48:12.006" v="75"/>
          <ac:picMkLst>
            <pc:docMk/>
            <pc:sldMk cId="0" sldId="263"/>
            <ac:picMk id="12" creationId="{83BE3FC4-DBF8-1898-7860-095E6F1929D4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51:11.710" v="100"/>
          <ac:picMkLst>
            <pc:docMk/>
            <pc:sldMk cId="0" sldId="263"/>
            <ac:picMk id="14" creationId="{0487DF1D-0133-E149-E64D-8CC4ACB78140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48:08.881" v="74"/>
          <ac:picMkLst>
            <pc:docMk/>
            <pc:sldMk cId="0" sldId="263"/>
            <ac:picMk id="15" creationId="{1CEACA13-7227-FBCF-959C-755B09B36475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51:16.007" v="101"/>
          <ac:picMkLst>
            <pc:docMk/>
            <pc:sldMk cId="0" sldId="263"/>
            <ac:picMk id="16" creationId="{906CF505-39ED-0775-C1D0-1C1A0CEACF87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49:49.257" v="88"/>
          <ac:picMkLst>
            <pc:docMk/>
            <pc:sldMk cId="0" sldId="263"/>
            <ac:picMk id="17" creationId="{6087208B-9FF0-F20E-ECFF-26ACD4B5B2EF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49:46.351" v="87"/>
          <ac:picMkLst>
            <pc:docMk/>
            <pc:sldMk cId="0" sldId="263"/>
            <ac:picMk id="19" creationId="{439DEB2F-69AD-FDFE-A463-6CED70B5C3AB}"/>
          </ac:picMkLst>
        </pc:picChg>
        <pc:picChg chg="add del mod">
          <ac:chgData name="Yuhuan Wang [tnqs0363]" userId="S::tnqs0363@leeds.ac.uk::cc4acb7e-9819-400b-8d81-bb723acf5fa7" providerId="AD" clId="Web-{EE6D8EFB-7ED1-D273-CD6E-6125F00E6FDF}" dt="2026-03-18T17:43:56.389" v="45"/>
          <ac:picMkLst>
            <pc:docMk/>
            <pc:sldMk cId="0" sldId="263"/>
            <ac:picMk id="20" creationId="{A48F0EFC-4B31-1E6C-9733-4B24C82755B5}"/>
          </ac:picMkLst>
        </pc:picChg>
        <pc:picChg chg="mod">
          <ac:chgData name="Yuhuan Wang [tnqs0363]" userId="S::tnqs0363@leeds.ac.uk::cc4acb7e-9819-400b-8d81-bb723acf5fa7" providerId="AD" clId="Web-{EE6D8EFB-7ED1-D273-CD6E-6125F00E6FDF}" dt="2026-03-18T17:44:05.686" v="49" actId="1076"/>
          <ac:picMkLst>
            <pc:docMk/>
            <pc:sldMk cId="0" sldId="263"/>
            <ac:picMk id="21" creationId="{40D3F525-D517-ADB5-BCA5-F4771712485F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42:38.667" v="30"/>
          <ac:picMkLst>
            <pc:docMk/>
            <pc:sldMk cId="0" sldId="263"/>
            <ac:picMk id="22" creationId="{B7E56AF1-4610-42F8-52FA-55DF365BE2D3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10:36.107" v="0"/>
          <ac:picMkLst>
            <pc:docMk/>
            <pc:sldMk cId="0" sldId="263"/>
            <ac:picMk id="23" creationId="{83290E71-EBE2-3862-3675-8A7F7700DA80}"/>
          </ac:picMkLst>
        </pc:picChg>
        <pc:picChg chg="add del mod">
          <ac:chgData name="Yuhuan Wang [tnqs0363]" userId="S::tnqs0363@leeds.ac.uk::cc4acb7e-9819-400b-8d81-bb723acf5fa7" providerId="AD" clId="Web-{EE6D8EFB-7ED1-D273-CD6E-6125F00E6FDF}" dt="2026-03-18T17:46:05.082" v="62"/>
          <ac:picMkLst>
            <pc:docMk/>
            <pc:sldMk cId="0" sldId="263"/>
            <ac:picMk id="23" creationId="{B5952BAE-329E-7E3F-6EDF-0E1217116EC9}"/>
          </ac:picMkLst>
        </pc:picChg>
        <pc:picChg chg="add mod">
          <ac:chgData name="Yuhuan Wang [tnqs0363]" userId="S::tnqs0363@leeds.ac.uk::cc4acb7e-9819-400b-8d81-bb723acf5fa7" providerId="AD" clId="Web-{EE6D8EFB-7ED1-D273-CD6E-6125F00E6FDF}" dt="2026-03-18T17:55:39.275" v="139" actId="1076"/>
          <ac:picMkLst>
            <pc:docMk/>
            <pc:sldMk cId="0" sldId="263"/>
            <ac:picMk id="25" creationId="{0792C5BE-A391-E171-386D-25D2354F1615}"/>
          </ac:picMkLst>
        </pc:picChg>
        <pc:picChg chg="del">
          <ac:chgData name="Yuhuan Wang [tnqs0363]" userId="S::tnqs0363@leeds.ac.uk::cc4acb7e-9819-400b-8d81-bb723acf5fa7" providerId="AD" clId="Web-{EE6D8EFB-7ED1-D273-CD6E-6125F00E6FDF}" dt="2026-03-18T17:10:38.544" v="1"/>
          <ac:picMkLst>
            <pc:docMk/>
            <pc:sldMk cId="0" sldId="263"/>
            <ac:picMk id="25" creationId="{E273A29D-34C7-55D5-8656-696C9E8F8EF4}"/>
          </ac:picMkLst>
        </pc:picChg>
        <pc:picChg chg="add mod modCrop">
          <ac:chgData name="Yuhuan Wang [tnqs0363]" userId="S::tnqs0363@leeds.ac.uk::cc4acb7e-9819-400b-8d81-bb723acf5fa7" providerId="AD" clId="Web-{EE6D8EFB-7ED1-D273-CD6E-6125F00E6FDF}" dt="2026-03-18T17:55:35.165" v="138" actId="1076"/>
          <ac:picMkLst>
            <pc:docMk/>
            <pc:sldMk cId="0" sldId="263"/>
            <ac:picMk id="27" creationId="{136C1BD1-1D31-1D8E-4B5F-91ABFB2B5C26}"/>
          </ac:picMkLst>
        </pc:picChg>
        <pc:picChg chg="add del mod">
          <ac:chgData name="Yuhuan Wang [tnqs0363]" userId="S::tnqs0363@leeds.ac.uk::cc4acb7e-9819-400b-8d81-bb723acf5fa7" providerId="AD" clId="Web-{EE6D8EFB-7ED1-D273-CD6E-6125F00E6FDF}" dt="2026-03-18T17:17:27.673" v="16"/>
          <ac:picMkLst>
            <pc:docMk/>
            <pc:sldMk cId="0" sldId="263"/>
            <ac:picMk id="27" creationId="{E2C88DEC-B159-AA14-409F-23835C63931B}"/>
          </ac:picMkLst>
        </pc:picChg>
        <pc:picChg chg="add del mod">
          <ac:chgData name="Yuhuan Wang [tnqs0363]" userId="S::tnqs0363@leeds.ac.uk::cc4acb7e-9819-400b-8d81-bb723acf5fa7" providerId="AD" clId="Web-{EE6D8EFB-7ED1-D273-CD6E-6125F00E6FDF}" dt="2026-03-18T17:43:53.498" v="44"/>
          <ac:picMkLst>
            <pc:docMk/>
            <pc:sldMk cId="0" sldId="263"/>
            <ac:picMk id="30" creationId="{9967869A-114B-F59A-14CA-FAD8ABF1F4BC}"/>
          </ac:picMkLst>
        </pc:picChg>
        <pc:picChg chg="add mod">
          <ac:chgData name="Yuhuan Wang [tnqs0363]" userId="S::tnqs0363@leeds.ac.uk::cc4acb7e-9819-400b-8d81-bb723acf5fa7" providerId="AD" clId="Web-{EE6D8EFB-7ED1-D273-CD6E-6125F00E6FDF}" dt="2026-03-18T17:55:31.790" v="137" actId="1076"/>
          <ac:picMkLst>
            <pc:docMk/>
            <pc:sldMk cId="0" sldId="263"/>
            <ac:picMk id="34" creationId="{34F411A3-DA5A-9075-0753-428F1C445036}"/>
          </ac:picMkLst>
        </pc:picChg>
        <pc:picChg chg="add mod">
          <ac:chgData name="Yuhuan Wang [tnqs0363]" userId="S::tnqs0363@leeds.ac.uk::cc4acb7e-9819-400b-8d81-bb723acf5fa7" providerId="AD" clId="Web-{EE6D8EFB-7ED1-D273-CD6E-6125F00E6FDF}" dt="2026-03-18T17:55:29.993" v="136" actId="1076"/>
          <ac:picMkLst>
            <pc:docMk/>
            <pc:sldMk cId="0" sldId="263"/>
            <ac:picMk id="35" creationId="{E3B88FEC-BEC8-1481-58A4-698A47DEB3F3}"/>
          </ac:picMkLst>
        </pc:picChg>
        <pc:picChg chg="add mod">
          <ac:chgData name="Yuhuan Wang [tnqs0363]" userId="S::tnqs0363@leeds.ac.uk::cc4acb7e-9819-400b-8d81-bb723acf5fa7" providerId="AD" clId="Web-{EE6D8EFB-7ED1-D273-CD6E-6125F00E6FDF}" dt="2026-03-18T17:55:26.009" v="135" actId="1076"/>
          <ac:picMkLst>
            <pc:docMk/>
            <pc:sldMk cId="0" sldId="263"/>
            <ac:picMk id="36" creationId="{C6CA3187-40C6-68C6-5E87-2E89ABB32D35}"/>
          </ac:picMkLst>
        </pc:picChg>
        <pc:picChg chg="add mod">
          <ac:chgData name="Yuhuan Wang [tnqs0363]" userId="S::tnqs0363@leeds.ac.uk::cc4acb7e-9819-400b-8d81-bb723acf5fa7" providerId="AD" clId="Web-{EE6D8EFB-7ED1-D273-CD6E-6125F00E6FDF}" dt="2026-03-18T17:55:24.446" v="134" actId="1076"/>
          <ac:picMkLst>
            <pc:docMk/>
            <pc:sldMk cId="0" sldId="263"/>
            <ac:picMk id="37" creationId="{DCD08F1A-9F2D-65EE-E429-746691868BF5}"/>
          </ac:picMkLst>
        </pc:picChg>
      </pc:sldChg>
    </pc:docChg>
  </pc:docChgLst>
  <pc:docChgLst>
    <pc:chgData name="Krithik Sharan Suresh Alagianayagi [mxnp0398]" userId="S::mxnp0398@leeds.ac.uk::c5a1932f-a614-4da3-bac4-4df76e6d31a2" providerId="AD" clId="Web-{02B8F60E-D6D3-737F-BC8F-7ECE8D27C22F}"/>
    <pc:docChg chg="modSld">
      <pc:chgData name="Krithik Sharan Suresh Alagianayagi [mxnp0398]" userId="S::mxnp0398@leeds.ac.uk::c5a1932f-a614-4da3-bac4-4df76e6d31a2" providerId="AD" clId="Web-{02B8F60E-D6D3-737F-BC8F-7ECE8D27C22F}" dt="2026-03-18T17:11:18.658" v="107"/>
      <pc:docMkLst>
        <pc:docMk/>
      </pc:docMkLst>
      <pc:sldChg chg="addSp delSp modSp">
        <pc:chgData name="Krithik Sharan Suresh Alagianayagi [mxnp0398]" userId="S::mxnp0398@leeds.ac.uk::c5a1932f-a614-4da3-bac4-4df76e6d31a2" providerId="AD" clId="Web-{02B8F60E-D6D3-737F-BC8F-7ECE8D27C22F}" dt="2026-03-18T17:11:18.658" v="107"/>
        <pc:sldMkLst>
          <pc:docMk/>
          <pc:sldMk cId="0" sldId="263"/>
        </pc:sldMkLst>
        <pc:spChg chg="mod">
          <ac:chgData name="Krithik Sharan Suresh Alagianayagi [mxnp0398]" userId="S::mxnp0398@leeds.ac.uk::c5a1932f-a614-4da3-bac4-4df76e6d31a2" providerId="AD" clId="Web-{02B8F60E-D6D3-737F-BC8F-7ECE8D27C22F}" dt="2026-03-18T17:00:44.663" v="103"/>
          <ac:spMkLst>
            <pc:docMk/>
            <pc:sldMk cId="0" sldId="263"/>
            <ac:spMk id="4" creationId="{E4480875-3FEB-1141-8059-3B65EB5EB4CC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63" v="104"/>
          <ac:spMkLst>
            <pc:docMk/>
            <pc:sldMk cId="0" sldId="263"/>
            <ac:spMk id="5" creationId="{FF284590-CFD1-B6E0-5BA3-3CA5B6E4ADEC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63" v="102"/>
          <ac:spMkLst>
            <pc:docMk/>
            <pc:sldMk cId="0" sldId="263"/>
            <ac:spMk id="9" creationId="{D4E88DE4-A277-467B-BCDB-DA483930E039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63" v="105"/>
          <ac:spMkLst>
            <pc:docMk/>
            <pc:sldMk cId="0" sldId="263"/>
            <ac:spMk id="18" creationId="{6899E131-647A-C9E6-AABB-26D7C9355B79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5.522" v="106"/>
          <ac:spMkLst>
            <pc:docMk/>
            <pc:sldMk cId="0" sldId="263"/>
            <ac:spMk id="28" creationId="{9E3911A4-CC27-70A7-FFFC-A341BE905F97}"/>
          </ac:spMkLst>
        </pc:spChg>
        <pc:spChg chg="add mod">
          <ac:chgData name="Krithik Sharan Suresh Alagianayagi [mxnp0398]" userId="S::mxnp0398@leeds.ac.uk::c5a1932f-a614-4da3-bac4-4df76e6d31a2" providerId="AD" clId="Web-{02B8F60E-D6D3-737F-BC8F-7ECE8D27C22F}" dt="2026-03-18T16:54:58.643" v="86" actId="14100"/>
          <ac:spMkLst>
            <pc:docMk/>
            <pc:sldMk cId="0" sldId="263"/>
            <ac:spMk id="32" creationId="{BB5DEAEB-A945-5E61-9000-145A907E31D8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47" v="88"/>
          <ac:spMkLst>
            <pc:docMk/>
            <pc:sldMk cId="0" sldId="263"/>
            <ac:spMk id="41" creationId="{8785E597-B0C8-4CA8-9A56-A0F3996D088D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47" v="89"/>
          <ac:spMkLst>
            <pc:docMk/>
            <pc:sldMk cId="0" sldId="263"/>
            <ac:spMk id="42" creationId="{EBC3B70E-A392-4069-A147-C1FCF37051AF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6:54:35.299" v="83" actId="14100"/>
          <ac:spMkLst>
            <pc:docMk/>
            <pc:sldMk cId="0" sldId="263"/>
            <ac:spMk id="47" creationId="{B9C39BF6-8B9A-45D3-A730-4CDDF5EAA7F1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47" v="90"/>
          <ac:spMkLst>
            <pc:docMk/>
            <pc:sldMk cId="0" sldId="263"/>
            <ac:spMk id="53" creationId="{B9BDD4D7-12C6-4DBA-AD93-2C88BC17BC8B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47" v="91"/>
          <ac:spMkLst>
            <pc:docMk/>
            <pc:sldMk cId="0" sldId="263"/>
            <ac:spMk id="54" creationId="{E4864E4E-50A2-403F-84B8-E4F7E820612B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47" v="92"/>
          <ac:spMkLst>
            <pc:docMk/>
            <pc:sldMk cId="0" sldId="263"/>
            <ac:spMk id="56" creationId="{1D434DB1-CA03-4AE7-BD42-F2F4837CE20D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47" v="93"/>
          <ac:spMkLst>
            <pc:docMk/>
            <pc:sldMk cId="0" sldId="263"/>
            <ac:spMk id="57" creationId="{992CC346-56CD-4384-BB14-A915BC781C78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47" v="94"/>
          <ac:spMkLst>
            <pc:docMk/>
            <pc:sldMk cId="0" sldId="263"/>
            <ac:spMk id="58" creationId="{E3DA8D0E-1298-4193-913A-0FE766B77D13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47" v="95"/>
          <ac:spMkLst>
            <pc:docMk/>
            <pc:sldMk cId="0" sldId="263"/>
            <ac:spMk id="59" creationId="{D07EEF88-ACF9-4467-B180-074FC642245A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47" v="96"/>
          <ac:spMkLst>
            <pc:docMk/>
            <pc:sldMk cId="0" sldId="263"/>
            <ac:spMk id="61" creationId="{A6E6C31F-098B-45F7-BEE5-8A51FA70D59F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63" v="97"/>
          <ac:spMkLst>
            <pc:docMk/>
            <pc:sldMk cId="0" sldId="263"/>
            <ac:spMk id="62" creationId="{A067F8A1-EE95-4354-8E2F-952A6BBDBFFC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63" v="98"/>
          <ac:spMkLst>
            <pc:docMk/>
            <pc:sldMk cId="0" sldId="263"/>
            <ac:spMk id="63" creationId="{92D5F59B-F8CA-463C-871F-D1042309DE00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63" v="99"/>
          <ac:spMkLst>
            <pc:docMk/>
            <pc:sldMk cId="0" sldId="263"/>
            <ac:spMk id="65" creationId="{68744D3E-CEF9-4748-9719-25AAABF27BDD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63" v="100"/>
          <ac:spMkLst>
            <pc:docMk/>
            <pc:sldMk cId="0" sldId="263"/>
            <ac:spMk id="68" creationId="{47F717BC-0897-4243-A282-98EF911708EA}"/>
          </ac:spMkLst>
        </pc:spChg>
        <pc:spChg chg="mod">
          <ac:chgData name="Krithik Sharan Suresh Alagianayagi [mxnp0398]" userId="S::mxnp0398@leeds.ac.uk::c5a1932f-a614-4da3-bac4-4df76e6d31a2" providerId="AD" clId="Web-{02B8F60E-D6D3-737F-BC8F-7ECE8D27C22F}" dt="2026-03-18T17:00:44.663" v="101"/>
          <ac:spMkLst>
            <pc:docMk/>
            <pc:sldMk cId="0" sldId="263"/>
            <ac:spMk id="69" creationId="{27A0BB3C-427E-42CA-963C-DA612C8F2B9C}"/>
          </ac:spMkLst>
        </pc:spChg>
        <pc:graphicFrameChg chg="add">
          <ac:chgData name="Krithik Sharan Suresh Alagianayagi [mxnp0398]" userId="S::mxnp0398@leeds.ac.uk::c5a1932f-a614-4da3-bac4-4df76e6d31a2" providerId="AD" clId="Web-{02B8F60E-D6D3-737F-BC8F-7ECE8D27C22F}" dt="2026-03-18T16:37:43.065" v="68"/>
          <ac:graphicFrameMkLst>
            <pc:docMk/>
            <pc:sldMk cId="0" sldId="263"/>
            <ac:graphicFrameMk id="20" creationId="{66F0CCF8-4872-47D4-879A-ACA29281524E}"/>
          </ac:graphicFrameMkLst>
        </pc:graphicFrameChg>
        <pc:graphicFrameChg chg="add">
          <ac:chgData name="Krithik Sharan Suresh Alagianayagi [mxnp0398]" userId="S::mxnp0398@leeds.ac.uk::c5a1932f-a614-4da3-bac4-4df76e6d31a2" providerId="AD" clId="Web-{02B8F60E-D6D3-737F-BC8F-7ECE8D27C22F}" dt="2026-03-18T16:38:19.958" v="71"/>
          <ac:graphicFrameMkLst>
            <pc:docMk/>
            <pc:sldMk cId="0" sldId="263"/>
            <ac:graphicFrameMk id="27" creationId="{412C927A-06C9-AE4A-BE6B-1481701ACB66}"/>
          </ac:graphicFrameMkLst>
        </pc:graphicFrameChg>
        <pc:graphicFrameChg chg="add del mod">
          <ac:chgData name="Krithik Sharan Suresh Alagianayagi [mxnp0398]" userId="S::mxnp0398@leeds.ac.uk::c5a1932f-a614-4da3-bac4-4df76e6d31a2" providerId="AD" clId="Web-{02B8F60E-D6D3-737F-BC8F-7ECE8D27C22F}" dt="2026-03-18T16:38:40.553" v="74"/>
          <ac:graphicFrameMkLst>
            <pc:docMk/>
            <pc:sldMk cId="0" sldId="263"/>
            <ac:graphicFrameMk id="29" creationId="{3D41D9AF-2770-3480-3DA0-D5D1513D516F}"/>
          </ac:graphicFrameMkLst>
        </pc:graphicFrameChg>
        <pc:graphicFrameChg chg="add">
          <ac:chgData name="Krithik Sharan Suresh Alagianayagi [mxnp0398]" userId="S::mxnp0398@leeds.ac.uk::c5a1932f-a614-4da3-bac4-4df76e6d31a2" providerId="AD" clId="Web-{02B8F60E-D6D3-737F-BC8F-7ECE8D27C22F}" dt="2026-03-18T16:38:48.195" v="75"/>
          <ac:graphicFrameMkLst>
            <pc:docMk/>
            <pc:sldMk cId="0" sldId="263"/>
            <ac:graphicFrameMk id="30" creationId="{38D4DA31-2F60-2621-57D4-8FFD68A9CFCC}"/>
          </ac:graphicFrameMkLst>
        </pc:graphicFrameChg>
        <pc:picChg chg="add mod">
          <ac:chgData name="Krithik Sharan Suresh Alagianayagi [mxnp0398]" userId="S::mxnp0398@leeds.ac.uk::c5a1932f-a614-4da3-bac4-4df76e6d31a2" providerId="AD" clId="Web-{02B8F60E-D6D3-737F-BC8F-7ECE8D27C22F}" dt="2026-03-18T15:46:50.660" v="9" actId="14100"/>
          <ac:picMkLst>
            <pc:docMk/>
            <pc:sldMk cId="0" sldId="263"/>
            <ac:picMk id="2" creationId="{A5BFB728-2A64-734E-FC48-B762A1B2AD3B}"/>
          </ac:picMkLst>
        </pc:picChg>
        <pc:picChg chg="del">
          <ac:chgData name="Krithik Sharan Suresh Alagianayagi [mxnp0398]" userId="S::mxnp0398@leeds.ac.uk::c5a1932f-a614-4da3-bac4-4df76e6d31a2" providerId="AD" clId="Web-{02B8F60E-D6D3-737F-BC8F-7ECE8D27C22F}" dt="2026-03-18T15:45:35.799" v="0"/>
          <ac:picMkLst>
            <pc:docMk/>
            <pc:sldMk cId="0" sldId="263"/>
            <ac:picMk id="8" creationId="{EF86D758-47BD-40A3-83AF-EE36084D27A4}"/>
          </ac:picMkLst>
        </pc:picChg>
        <pc:picChg chg="add del mod">
          <ac:chgData name="Krithik Sharan Suresh Alagianayagi [mxnp0398]" userId="S::mxnp0398@leeds.ac.uk::c5a1932f-a614-4da3-bac4-4df76e6d31a2" providerId="AD" clId="Web-{02B8F60E-D6D3-737F-BC8F-7ECE8D27C22F}" dt="2026-03-18T16:29:12.184" v="29"/>
          <ac:picMkLst>
            <pc:docMk/>
            <pc:sldMk cId="0" sldId="263"/>
            <ac:picMk id="12" creationId="{CCB3B018-CD76-774E-4E4C-04C7BA12EBE2}"/>
          </ac:picMkLst>
        </pc:picChg>
        <pc:picChg chg="mod modCrop">
          <ac:chgData name="Krithik Sharan Suresh Alagianayagi [mxnp0398]" userId="S::mxnp0398@leeds.ac.uk::c5a1932f-a614-4da3-bac4-4df76e6d31a2" providerId="AD" clId="Web-{02B8F60E-D6D3-737F-BC8F-7ECE8D27C22F}" dt="2026-03-18T16:13:41.170" v="20" actId="1076"/>
          <ac:picMkLst>
            <pc:docMk/>
            <pc:sldMk cId="0" sldId="263"/>
            <ac:picMk id="13" creationId="{A57D4760-CCD9-4030-EF55-A12B5C02F67C}"/>
          </ac:picMkLst>
        </pc:picChg>
        <pc:picChg chg="add del mod modCrop">
          <ac:chgData name="Krithik Sharan Suresh Alagianayagi [mxnp0398]" userId="S::mxnp0398@leeds.ac.uk::c5a1932f-a614-4da3-bac4-4df76e6d31a2" providerId="AD" clId="Web-{02B8F60E-D6D3-737F-BC8F-7ECE8D27C22F}" dt="2026-03-18T16:32:45.375" v="51"/>
          <ac:picMkLst>
            <pc:docMk/>
            <pc:sldMk cId="0" sldId="263"/>
            <ac:picMk id="20" creationId="{AC90F2DD-E4CB-A9E6-47E3-00EA67E1C3D4}"/>
          </ac:picMkLst>
        </pc:picChg>
        <pc:picChg chg="add mod modCrop">
          <ac:chgData name="Krithik Sharan Suresh Alagianayagi [mxnp0398]" userId="S::mxnp0398@leeds.ac.uk::c5a1932f-a614-4da3-bac4-4df76e6d31a2" providerId="AD" clId="Web-{02B8F60E-D6D3-737F-BC8F-7ECE8D27C22F}" dt="2026-03-18T16:33:29.282" v="67" actId="1076"/>
          <ac:picMkLst>
            <pc:docMk/>
            <pc:sldMk cId="0" sldId="263"/>
            <ac:picMk id="21" creationId="{40D3F525-D517-ADB5-BCA5-F4771712485F}"/>
          </ac:picMkLst>
        </pc:picChg>
        <pc:picChg chg="mod">
          <ac:chgData name="Krithik Sharan Suresh Alagianayagi [mxnp0398]" userId="S::mxnp0398@leeds.ac.uk::c5a1932f-a614-4da3-bac4-4df76e6d31a2" providerId="AD" clId="Web-{02B8F60E-D6D3-737F-BC8F-7ECE8D27C22F}" dt="2026-03-18T17:11:18.658" v="107"/>
          <ac:picMkLst>
            <pc:docMk/>
            <pc:sldMk cId="0" sldId="263"/>
            <ac:picMk id="29" creationId="{3BB1943B-E322-3013-C410-FF68DA88B3FB}"/>
          </ac:picMkLst>
        </pc:picChg>
        <pc:picChg chg="add mod">
          <ac:chgData name="Krithik Sharan Suresh Alagianayagi [mxnp0398]" userId="S::mxnp0398@leeds.ac.uk::c5a1932f-a614-4da3-bac4-4df76e6d31a2" providerId="AD" clId="Web-{02B8F60E-D6D3-737F-BC8F-7ECE8D27C22F}" dt="2026-03-18T16:47:43.075" v="82" actId="1076"/>
          <ac:picMkLst>
            <pc:docMk/>
            <pc:sldMk cId="0" sldId="263"/>
            <ac:picMk id="31" creationId="{046BC16F-398B-ED34-800F-C1029CBFA87A}"/>
          </ac:picMkLst>
        </pc:picChg>
      </pc:sldChg>
    </pc:docChg>
  </pc:docChgLst>
  <pc:docChgLst>
    <pc:chgData name="Krithik Sharan Suresh Alagianayagi [mxnp0398]" userId="S::mxnp0398@leeds.ac.uk::c5a1932f-a614-4da3-bac4-4df76e6d31a2" providerId="AD" clId="Web-{CD7DD1AF-2F98-8EFD-4E29-177E519E903D}"/>
    <pc:docChg chg="modSld">
      <pc:chgData name="Krithik Sharan Suresh Alagianayagi [mxnp0398]" userId="S::mxnp0398@leeds.ac.uk::c5a1932f-a614-4da3-bac4-4df76e6d31a2" providerId="AD" clId="Web-{CD7DD1AF-2F98-8EFD-4E29-177E519E903D}" dt="2026-03-18T21:47:53.473" v="15" actId="1076"/>
      <pc:docMkLst>
        <pc:docMk/>
      </pc:docMkLst>
      <pc:sldChg chg="delSp modSp">
        <pc:chgData name="Krithik Sharan Suresh Alagianayagi [mxnp0398]" userId="S::mxnp0398@leeds.ac.uk::c5a1932f-a614-4da3-bac4-4df76e6d31a2" providerId="AD" clId="Web-{CD7DD1AF-2F98-8EFD-4E29-177E519E903D}" dt="2026-03-18T21:47:53.473" v="15" actId="1076"/>
        <pc:sldMkLst>
          <pc:docMk/>
          <pc:sldMk cId="0" sldId="263"/>
        </pc:sldMkLst>
        <pc:spChg chg="topLvl">
          <ac:chgData name="Krithik Sharan Suresh Alagianayagi [mxnp0398]" userId="S::mxnp0398@leeds.ac.uk::c5a1932f-a614-4da3-bac4-4df76e6d31a2" providerId="AD" clId="Web-{CD7DD1AF-2F98-8EFD-4E29-177E519E903D}" dt="2026-03-18T21:39:26.775" v="10"/>
          <ac:spMkLst>
            <pc:docMk/>
            <pc:sldMk cId="0" sldId="263"/>
            <ac:spMk id="5" creationId="{FF284590-CFD1-B6E0-5BA3-3CA5B6E4ADEC}"/>
          </ac:spMkLst>
        </pc:spChg>
        <pc:spChg chg="topLvl">
          <ac:chgData name="Krithik Sharan Suresh Alagianayagi [mxnp0398]" userId="S::mxnp0398@leeds.ac.uk::c5a1932f-a614-4da3-bac4-4df76e6d31a2" providerId="AD" clId="Web-{CD7DD1AF-2F98-8EFD-4E29-177E519E903D}" dt="2026-03-18T21:39:26.775" v="10"/>
          <ac:spMkLst>
            <pc:docMk/>
            <pc:sldMk cId="0" sldId="263"/>
            <ac:spMk id="9" creationId="{D4E88DE4-A277-467B-BCDB-DA483930E039}"/>
          </ac:spMkLst>
        </pc:spChg>
        <pc:spChg chg="topLvl">
          <ac:chgData name="Krithik Sharan Suresh Alagianayagi [mxnp0398]" userId="S::mxnp0398@leeds.ac.uk::c5a1932f-a614-4da3-bac4-4df76e6d31a2" providerId="AD" clId="Web-{CD7DD1AF-2F98-8EFD-4E29-177E519E903D}" dt="2026-03-18T21:39:26.775" v="10"/>
          <ac:spMkLst>
            <pc:docMk/>
            <pc:sldMk cId="0" sldId="263"/>
            <ac:spMk id="18" creationId="{6899E131-647A-C9E6-AABB-26D7C9355B79}"/>
          </ac:spMkLst>
        </pc:spChg>
        <pc:spChg chg="topLvl">
          <ac:chgData name="Krithik Sharan Suresh Alagianayagi [mxnp0398]" userId="S::mxnp0398@leeds.ac.uk::c5a1932f-a614-4da3-bac4-4df76e6d31a2" providerId="AD" clId="Web-{CD7DD1AF-2F98-8EFD-4E29-177E519E903D}" dt="2026-03-18T21:39:26.775" v="10"/>
          <ac:spMkLst>
            <pc:docMk/>
            <pc:sldMk cId="0" sldId="263"/>
            <ac:spMk id="38" creationId="{97283976-52F2-34DC-9F8E-9515AC7CFCDE}"/>
          </ac:spMkLst>
        </pc:spChg>
        <pc:spChg chg="mod">
          <ac:chgData name="Krithik Sharan Suresh Alagianayagi [mxnp0398]" userId="S::mxnp0398@leeds.ac.uk::c5a1932f-a614-4da3-bac4-4df76e6d31a2" providerId="AD" clId="Web-{CD7DD1AF-2F98-8EFD-4E29-177E519E903D}" dt="2026-03-18T21:47:50.379" v="14" actId="20577"/>
          <ac:spMkLst>
            <pc:docMk/>
            <pc:sldMk cId="0" sldId="263"/>
            <ac:spMk id="41" creationId="{8785E597-B0C8-4CA8-9A56-A0F3996D088D}"/>
          </ac:spMkLst>
        </pc:spChg>
        <pc:spChg chg="topLvl">
          <ac:chgData name="Krithik Sharan Suresh Alagianayagi [mxnp0398]" userId="S::mxnp0398@leeds.ac.uk::c5a1932f-a614-4da3-bac4-4df76e6d31a2" providerId="AD" clId="Web-{CD7DD1AF-2F98-8EFD-4E29-177E519E903D}" dt="2026-03-18T21:39:26.775" v="10"/>
          <ac:spMkLst>
            <pc:docMk/>
            <pc:sldMk cId="0" sldId="263"/>
            <ac:spMk id="48" creationId="{3E6D1C9C-2516-4738-BC80-673A19ECE5BD}"/>
          </ac:spMkLst>
        </pc:spChg>
        <pc:spChg chg="topLvl">
          <ac:chgData name="Krithik Sharan Suresh Alagianayagi [mxnp0398]" userId="S::mxnp0398@leeds.ac.uk::c5a1932f-a614-4da3-bac4-4df76e6d31a2" providerId="AD" clId="Web-{CD7DD1AF-2F98-8EFD-4E29-177E519E903D}" dt="2026-03-18T21:39:26.775" v="10"/>
          <ac:spMkLst>
            <pc:docMk/>
            <pc:sldMk cId="0" sldId="263"/>
            <ac:spMk id="49" creationId="{8F25EFAD-7AAF-4CAF-BA69-869B3D423F7F}"/>
          </ac:spMkLst>
        </pc:spChg>
        <pc:spChg chg="topLvl">
          <ac:chgData name="Krithik Sharan Suresh Alagianayagi [mxnp0398]" userId="S::mxnp0398@leeds.ac.uk::c5a1932f-a614-4da3-bac4-4df76e6d31a2" providerId="AD" clId="Web-{CD7DD1AF-2F98-8EFD-4E29-177E519E903D}" dt="2026-03-18T21:39:26.775" v="10"/>
          <ac:spMkLst>
            <pc:docMk/>
            <pc:sldMk cId="0" sldId="263"/>
            <ac:spMk id="52" creationId="{F6D8A1CF-B987-4F36-8586-4BEDACCCAB04}"/>
          </ac:spMkLst>
        </pc:spChg>
        <pc:spChg chg="topLvl">
          <ac:chgData name="Krithik Sharan Suresh Alagianayagi [mxnp0398]" userId="S::mxnp0398@leeds.ac.uk::c5a1932f-a614-4da3-bac4-4df76e6d31a2" providerId="AD" clId="Web-{CD7DD1AF-2F98-8EFD-4E29-177E519E903D}" dt="2026-03-18T21:39:26.775" v="10"/>
          <ac:spMkLst>
            <pc:docMk/>
            <pc:sldMk cId="0" sldId="263"/>
            <ac:spMk id="53" creationId="{B9BDD4D7-12C6-4DBA-AD93-2C88BC17BC8B}"/>
          </ac:spMkLst>
        </pc:spChg>
        <pc:spChg chg="topLvl">
          <ac:chgData name="Krithik Sharan Suresh Alagianayagi [mxnp0398]" userId="S::mxnp0398@leeds.ac.uk::c5a1932f-a614-4da3-bac4-4df76e6d31a2" providerId="AD" clId="Web-{CD7DD1AF-2F98-8EFD-4E29-177E519E903D}" dt="2026-03-18T21:39:26.775" v="10"/>
          <ac:spMkLst>
            <pc:docMk/>
            <pc:sldMk cId="0" sldId="263"/>
            <ac:spMk id="54" creationId="{E4864E4E-50A2-403F-84B8-E4F7E820612B}"/>
          </ac:spMkLst>
        </pc:spChg>
        <pc:spChg chg="mod topLvl">
          <ac:chgData name="Krithik Sharan Suresh Alagianayagi [mxnp0398]" userId="S::mxnp0398@leeds.ac.uk::c5a1932f-a614-4da3-bac4-4df76e6d31a2" providerId="AD" clId="Web-{CD7DD1AF-2F98-8EFD-4E29-177E519E903D}" dt="2026-03-18T21:39:26.775" v="10"/>
          <ac:spMkLst>
            <pc:docMk/>
            <pc:sldMk cId="0" sldId="263"/>
            <ac:spMk id="58" creationId="{E3DA8D0E-1298-4193-913A-0FE766B77D13}"/>
          </ac:spMkLst>
        </pc:spChg>
        <pc:spChg chg="del mod">
          <ac:chgData name="Krithik Sharan Suresh Alagianayagi [mxnp0398]" userId="S::mxnp0398@leeds.ac.uk::c5a1932f-a614-4da3-bac4-4df76e6d31a2" providerId="AD" clId="Web-{CD7DD1AF-2F98-8EFD-4E29-177E519E903D}" dt="2026-03-18T21:39:53.918" v="12"/>
          <ac:spMkLst>
            <pc:docMk/>
            <pc:sldMk cId="0" sldId="263"/>
            <ac:spMk id="68" creationId="{47F717BC-0897-4243-A282-98EF911708EA}"/>
          </ac:spMkLst>
        </pc:spChg>
        <pc:picChg chg="mod">
          <ac:chgData name="Krithik Sharan Suresh Alagianayagi [mxnp0398]" userId="S::mxnp0398@leeds.ac.uk::c5a1932f-a614-4da3-bac4-4df76e6d31a2" providerId="AD" clId="Web-{CD7DD1AF-2F98-8EFD-4E29-177E519E903D}" dt="2026-03-18T21:47:53.473" v="15" actId="1076"/>
          <ac:picMkLst>
            <pc:docMk/>
            <pc:sldMk cId="0" sldId="263"/>
            <ac:picMk id="6" creationId="{B08D0A9F-428E-4BAE-BE01-668D5F988E19}"/>
          </ac:picMkLst>
        </pc:picChg>
        <pc:picChg chg="mod">
          <ac:chgData name="Krithik Sharan Suresh Alagianayagi [mxnp0398]" userId="S::mxnp0398@leeds.ac.uk::c5a1932f-a614-4da3-bac4-4df76e6d31a2" providerId="AD" clId="Web-{CD7DD1AF-2F98-8EFD-4E29-177E519E903D}" dt="2026-03-18T21:40:13.403" v="13" actId="1076"/>
          <ac:picMkLst>
            <pc:docMk/>
            <pc:sldMk cId="0" sldId="263"/>
            <ac:picMk id="21" creationId="{40D3F525-D517-ADB5-BCA5-F4771712485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fld id="{440C443C-8022-4F5D-8F2E-5133654FC91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92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23:02:57.3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0 108 24575,'7'0'0,"0"-1"0,-1 0 0,1 0 0,-1 0 0,9-4 0,10-2 0,-7 4 0,-6 1 0,-1-1 0,1 0 0,19-8 0,-19 6 0,0 1 0,1 1 0,-1 0 0,1 0 0,0 2 0,0-1 0,15 1 0,8-1 0,26-7 0,-42 5 0,15-2 0,-33 6 0,-1-1 0,1 1 0,-1 0 0,1 0 0,-1 0 0,1 1 0,-1-1 0,1 0 0,-1 1 0,1-1 0,-1 0 0,0 1 0,1 0 0,-1-1 0,1 1 0,-1 0 0,2 1 0,-3-1 0,1-1 0,-1 1 0,0 0 0,1 0 0,-1-1 0,0 1 0,1 0 0,-1 0 0,0 0 0,0-1 0,0 1 0,0 0 0,0 0 0,0 0 0,0 0 0,0-1 0,0 1 0,0 0 0,0 0 0,0 0 0,-1 0 0,1-1 0,0 1 0,-1 0 0,1 0 0,0-1 0,-1 1 0,1 0 0,-1 0 0,1-1 0,-1 1 0,0-1 0,1 1 0,-1 0 0,0-1 0,1 1 0,-1-1 0,-1 1 0,-27 18 0,-8 2 0,24-13 0,0-1 0,-1-1 0,-15 7 0,10-5 0,15-6 0,1 0 0,0-1 0,-1 1 0,1-1 0,-1 0 0,1 0 0,-1 0 0,0 0 0,1-1 0,-7 1 0,10-1 0,0 0 0,-1 0 0,1 0 0,0 0 0,-1 0 0,1 0 0,0 0 0,0 0 0,-1 0 0,1-1 0,0 1 0,0 0 0,-1 0 0,1 0 0,0 0 0,0-1 0,-1 1 0,1 0 0,0 0 0,0 0 0,0-1 0,0 1 0,-1 0 0,1 0 0,0 0 0,0-1 0,0 1 0,0 0 0,0-1 0,0 1 0,0 0 0,-1 0 0,1-1 0,0 1 0,0 0 0,0 0 0,0-1 0,8-10 0,14-7 0,-22 18 0,5-4 0,0 1 0,0-1 0,0 1 0,1 0 0,0 1 0,-1-1 0,1 1 0,0 0 0,0 0 0,0 1 0,1 0 0,-1 0 0,12 0 0,11 0 0,-20 0 0,-1 0 0,1 1 0,0 0 0,-1 0 0,1 1 0,0 0 0,12 4 0,-18-3 0,-1-1 0,0 1 0,-1-1 0,1 1 0,0 0 0,0-1 0,-1 1 0,1 0 0,-1 0 0,1 0 0,-1 0 0,0 1 0,0-1 0,0 0 0,0 1 0,0-1 0,0 0 0,-1 1 0,1-1 0,-1 4 0,2 8 0,-1 0 0,-1 20 0,-1-22 0,1-11 0,1 7 0,-1 0 0,-1 0 0,0 0 0,-3 13 0,3-18 0,0 0 0,0 0 0,-1-1 0,1 1 0,-1 0 0,0-1 0,0 1 0,0-1 0,0 0 0,0 1 0,0-1 0,-1 0 0,1-1 0,-1 1 0,-3 2 0,3-2 0,-1 0 0,1-1 0,-1 1 0,0-1 0,1 0 0,-1 0 0,0 0 0,0-1 0,0 1 0,0-1 0,0 0 0,0 0 0,0 0 0,1-1 0,-1 1 0,-5-2 0,7 2 0,0-1 0,0 0 0,-1 0 0,1 0 0,0 0 0,0 0 0,0-1 0,0 1 0,0 0 0,0-1 0,0 0 0,1 1 0,-1-1 0,0 0 0,1 0 0,-1 0 0,1 0 0,0 0 0,0 0 0,0 0 0,0 0 0,0-1 0,0 1 0,1 0 0,-1-1 0,1 1 0,-1-3 0,-7-53 0,4 39 0,1 0 0,0-26 0,3 36 0,0-3 0,0 1 0,1 0 0,0-1 0,1 1 0,3-13 0,-5 22 0,1 0 0,0 0 0,-1 0 0,1 1 0,0-1 0,0 0 0,0 0 0,0 1 0,0-1 0,1 1 0,-1-1 0,0 1 0,1-1 0,-1 1 0,1 0 0,0 0 0,-1-1 0,1 1 0,0 0 0,0 1 0,-1-1 0,1 0 0,0 1 0,0-1 0,0 1 0,0-1 0,0 1 0,0 0 0,0 0 0,0 0 0,0 0 0,0 0 0,0 0 0,0 0 0,0 1 0,3 0 0,-2 0-49,-1 0 1,0 1-1,1-1 0,-1 0 0,0 1 1,0-1-1,0 1 0,0 0 0,0 0 1,-1 0-1,1 0 0,0 0 0,-1 0 1,0 0-1,1 0 0,-1 0 0,0 1 1,0-1-1,0 1 0,0-1 0,-1 1 1,1-1-1,-1 1 0,1-1 0,-1 1 0,0-1 1,0 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23:03:02.7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24575,'158'0'0,"-157"0"0,-1-1 0,0 1 0,0 0 0,1 0 0,-1 0 0,0 0 0,0 0 0,0 0 0,1 0 0,-1 0 0,0 0 0,0 0 0,0 0 0,1 0 0,-1 0 0,0 1 0,0-1 0,0 0 0,1 0 0,-1 0 0,0 0 0,0 0 0,0 0 0,1 0 0,-1 1 0,0-1 0,0 0 0,0 0 0,0 0 0,0 0 0,1 1 0,-1-1 0,0 0 0,0 0 0,0 0 0,0 1 0,0-1 0,0 0 0,0 0 0,0 0 0,0 1 0,0-1 0,0 0 0,0 1 0,-7 10 0,5-9 0,0 0 0,0 0 0,-1 0 0,1 0 0,0 0 0,-1-1 0,1 1 0,-1-1 0,-2 1 0,3-2 0,0 0 0,1 0 0,-1 0 0,1 0 0,-1 0 0,1 0 0,-1-1 0,1 1 0,-1-1 0,-2 0 0,4 0 0,0 1 0,-1 0 0,1 0 0,0 0 0,-1 0 0,1-1 0,0 1 0,-1 0 0,1 0 0,0 0 0,-1-1 0,1 1 0,0 0 0,0-1 0,-1 1 0,1 0 0,0 0 0,0-1 0,0 1 0,0 0 0,-1-1 0,1 1 0,0 0 0,0-1 0,0 1 0,0-1 0,0 1 0,0 0 0,0-1 0,0 1 0,0 0 0,0-1 0,0 1 0,0-1 0,0 1 0,0 0 0,0-1 0,1 1 0,-1 0 0,0-1 0,0 1 0,0 0 0,0-1 0,1 1 0,-1 0 0,0 0 0,0-1 0,1 1 0,-1-1 0,0 1 0,1 0 0,-1 0 0,0-1 0,0 1 0,1 0 0,-1-1 0,0 1 0,0 0 0,1 0 0,-1 0 0,0-1 0,1 1 0,-1 0 0,0 0 0,1 0 0,-1 0 0,0 0 0,1-1 0,-1 1 0,0 0 0,1 0 0,-1 0 0,0 0 0,1 0 0,-1 0 0,0 0 0,1 0 0,-1 0 0,0 1 0,1-1 0,-1 0 0,0 0 0,1 0 0,-1 0 0,8 12 0,-3 17 0,-5-27 0,0-1 0,-1 1 0,1-1 0,0 1 0,-1-1 0,1 1 0,-1-1 0,1 0 0,-1 1 0,0-1 0,0 0 0,0 1 0,1-1 0,-1 0 0,0 0 0,-3 2 0,4-3 0,0 1 0,0-1 0,-1 0 0,1 0 0,0 0 0,-1 1 0,1-1 0,0 0 0,-1 0 0,1 0 0,0 0 0,-1 0 0,1 0 0,-1 0 0,1 0 0,0 1 0,-1-1 0,1-1 0,0 1 0,-1 0 0,1 0 0,0 0 0,-1 0 0,1 0 0,-1 0 0,1-1 0,-1 1 0,0-1 0,1 1 0,0-1 0,-1 1 0,1-1 0,-1 0 0,1 1 0,0-1 0,-1 0 0,1 1 0,0-1 0,-1 0 0,1 0 0,0 1 0,0-1 0,0-1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78200" y="3757613"/>
            <a:ext cx="24996775" cy="1874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fld id="{42207482-9F38-4AF6-9B91-768DCEDA59A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799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/>
            </a:defPPr>
            <a:lvl1pPr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42B0325-ACC9-488E-8876-C4E9E3B68AD8}" type="slidenum">
              <a:rPr lang="en-AU" sz="6000" smtClean="0"/>
              <a:t>1</a:t>
            </a:fld>
            <a:endParaRPr lang="en-AU" sz="60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24138" y="3757613"/>
            <a:ext cx="26504900" cy="18748375"/>
          </a:xfrm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9963" y="9404043"/>
            <a:ext cx="36375902" cy="6487359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19925" y="17152671"/>
            <a:ext cx="29955977" cy="7736950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20441" indent="0" algn="ctr">
              <a:buNone/>
              <a:defRPr/>
            </a:lvl2pPr>
            <a:lvl3pPr marL="840882" indent="0" algn="ctr">
              <a:buNone/>
              <a:defRPr/>
            </a:lvl3pPr>
            <a:lvl4pPr marL="1261323" indent="0" algn="ctr">
              <a:buNone/>
              <a:defRPr/>
            </a:lvl4pPr>
            <a:lvl5pPr marL="1681764" indent="0" algn="ctr">
              <a:buNone/>
              <a:defRPr/>
            </a:lvl5pPr>
            <a:lvl6pPr marL="2102206" indent="0" algn="ctr">
              <a:buNone/>
              <a:defRPr/>
            </a:lvl6pPr>
            <a:lvl7pPr marL="2522647" indent="0" algn="ctr">
              <a:buNone/>
              <a:defRPr/>
            </a:lvl7pPr>
            <a:lvl8pPr marL="2943088" indent="0" algn="ctr">
              <a:buNone/>
              <a:defRPr/>
            </a:lvl8pPr>
            <a:lvl9pPr marL="336352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DA66E67-F948-4693-96A5-27BC239C04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2258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EC1B4D6-BEE2-4AF6-A92E-38CD68913D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626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0575" y="19451861"/>
            <a:ext cx="36375902" cy="6011464"/>
          </a:xfrm>
        </p:spPr>
        <p:txBody>
          <a:bodyPr anchor="t"/>
          <a:lstStyle>
            <a:defPPr>
              <a:defRPr kern="1200"/>
            </a:defPPr>
            <a:lvl1pPr algn="l">
              <a:defRPr sz="36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0575" y="12830198"/>
            <a:ext cx="36375902" cy="6621661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39"/>
            </a:lvl1pPr>
            <a:lvl2pPr marL="420441" indent="0">
              <a:buNone/>
              <a:defRPr sz="1655"/>
            </a:lvl2pPr>
            <a:lvl3pPr marL="840882" indent="0">
              <a:buNone/>
              <a:defRPr sz="1471"/>
            </a:lvl3pPr>
            <a:lvl4pPr marL="1261323" indent="0">
              <a:buNone/>
              <a:defRPr sz="1287"/>
            </a:lvl4pPr>
            <a:lvl5pPr marL="1681764" indent="0">
              <a:buNone/>
              <a:defRPr sz="1287"/>
            </a:lvl5pPr>
            <a:lvl6pPr marL="2102206" indent="0">
              <a:buNone/>
              <a:defRPr sz="1287"/>
            </a:lvl6pPr>
            <a:lvl7pPr marL="2522647" indent="0">
              <a:buNone/>
              <a:defRPr sz="1287"/>
            </a:lvl7pPr>
            <a:lvl8pPr marL="2943088" indent="0">
              <a:buNone/>
              <a:defRPr sz="1287"/>
            </a:lvl8pPr>
            <a:lvl9pPr marL="3363529" indent="0">
              <a:buNone/>
              <a:defRPr sz="12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8650354-6837-43DB-843B-C6021BD2E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382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1339" y="8744214"/>
            <a:ext cx="18120530" cy="18162854"/>
          </a:xfrm>
        </p:spPr>
        <p:txBody>
          <a:bodyPr/>
          <a:lstStyle>
            <a:defPPr>
              <a:defRPr kern="1200"/>
            </a:defPPr>
            <a:lvl1pPr>
              <a:defRPr sz="2575"/>
            </a:lvl1pPr>
            <a:lvl2pPr>
              <a:defRPr sz="2207"/>
            </a:lvl2pPr>
            <a:lvl3pPr>
              <a:defRPr sz="1839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63956" y="8744214"/>
            <a:ext cx="18120530" cy="18162854"/>
          </a:xfrm>
        </p:spPr>
        <p:txBody>
          <a:bodyPr/>
          <a:lstStyle>
            <a:defPPr>
              <a:defRPr kern="1200"/>
            </a:defPPr>
            <a:lvl1pPr>
              <a:defRPr sz="2575"/>
            </a:lvl1pPr>
            <a:lvl2pPr>
              <a:defRPr sz="2207"/>
            </a:lvl2pPr>
            <a:lvl3pPr>
              <a:defRPr sz="1839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4296FF25-ADB1-4315-9622-9852994CD1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0916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9518" y="1211635"/>
            <a:ext cx="38516791" cy="5045075"/>
          </a:xfr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9516" y="6776401"/>
            <a:ext cx="18908919" cy="282325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207" b="1"/>
            </a:lvl1pPr>
            <a:lvl2pPr marL="420441" indent="0">
              <a:buNone/>
              <a:defRPr sz="1839" b="1"/>
            </a:lvl2pPr>
            <a:lvl3pPr marL="840882" indent="0">
              <a:buNone/>
              <a:defRPr sz="1655" b="1"/>
            </a:lvl3pPr>
            <a:lvl4pPr marL="1261323" indent="0">
              <a:buNone/>
              <a:defRPr sz="1471" b="1"/>
            </a:lvl4pPr>
            <a:lvl5pPr marL="1681764" indent="0">
              <a:buNone/>
              <a:defRPr sz="1471" b="1"/>
            </a:lvl5pPr>
            <a:lvl6pPr marL="2102206" indent="0">
              <a:buNone/>
              <a:defRPr sz="1471" b="1"/>
            </a:lvl6pPr>
            <a:lvl7pPr marL="2522647" indent="0">
              <a:buNone/>
              <a:defRPr sz="1471" b="1"/>
            </a:lvl7pPr>
            <a:lvl8pPr marL="2943088" indent="0">
              <a:buNone/>
              <a:defRPr sz="1471" b="1"/>
            </a:lvl8pPr>
            <a:lvl9pPr marL="3363529" indent="0">
              <a:buNone/>
              <a:defRPr sz="14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9516" y="9599656"/>
            <a:ext cx="18908919" cy="17440252"/>
          </a:xfrm>
        </p:spPr>
        <p:txBody>
          <a:bodyPr/>
          <a:lstStyle>
            <a:defPPr>
              <a:defRPr kern="1200"/>
            </a:defPPr>
            <a:lvl1pPr>
              <a:defRPr sz="2207"/>
            </a:lvl1pPr>
            <a:lvl2pPr>
              <a:defRPr sz="1839"/>
            </a:lvl2pPr>
            <a:lvl3pPr>
              <a:defRPr sz="1655"/>
            </a:lvl3pPr>
            <a:lvl4pPr>
              <a:defRPr sz="1471"/>
            </a:lvl4pPr>
            <a:lvl5pPr>
              <a:defRPr sz="1471"/>
            </a:lvl5pPr>
            <a:lvl6pPr>
              <a:defRPr sz="1471"/>
            </a:lvl6pPr>
            <a:lvl7pPr>
              <a:defRPr sz="1471"/>
            </a:lvl7pPr>
            <a:lvl8pPr>
              <a:defRPr sz="1471"/>
            </a:lvl8pPr>
            <a:lvl9pPr>
              <a:defRPr sz="14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739134" y="6776401"/>
            <a:ext cx="18917176" cy="282325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207" b="1"/>
            </a:lvl1pPr>
            <a:lvl2pPr marL="420441" indent="0">
              <a:buNone/>
              <a:defRPr sz="1839" b="1"/>
            </a:lvl2pPr>
            <a:lvl3pPr marL="840882" indent="0">
              <a:buNone/>
              <a:defRPr sz="1655" b="1"/>
            </a:lvl3pPr>
            <a:lvl4pPr marL="1261323" indent="0">
              <a:buNone/>
              <a:defRPr sz="1471" b="1"/>
            </a:lvl4pPr>
            <a:lvl5pPr marL="1681764" indent="0">
              <a:buNone/>
              <a:defRPr sz="1471" b="1"/>
            </a:lvl5pPr>
            <a:lvl6pPr marL="2102206" indent="0">
              <a:buNone/>
              <a:defRPr sz="1471" b="1"/>
            </a:lvl6pPr>
            <a:lvl7pPr marL="2522647" indent="0">
              <a:buNone/>
              <a:defRPr sz="1471" b="1"/>
            </a:lvl7pPr>
            <a:lvl8pPr marL="2943088" indent="0">
              <a:buNone/>
              <a:defRPr sz="1471" b="1"/>
            </a:lvl8pPr>
            <a:lvl9pPr marL="3363529" indent="0">
              <a:buNone/>
              <a:defRPr sz="14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739134" y="9599656"/>
            <a:ext cx="18917176" cy="17440252"/>
          </a:xfrm>
        </p:spPr>
        <p:txBody>
          <a:bodyPr/>
          <a:lstStyle>
            <a:defPPr>
              <a:defRPr kern="1200"/>
            </a:defPPr>
            <a:lvl1pPr>
              <a:defRPr sz="2207"/>
            </a:lvl1pPr>
            <a:lvl2pPr>
              <a:defRPr sz="1839"/>
            </a:lvl2pPr>
            <a:lvl3pPr>
              <a:defRPr sz="1655"/>
            </a:lvl3pPr>
            <a:lvl4pPr>
              <a:defRPr sz="1471"/>
            </a:lvl4pPr>
            <a:lvl5pPr>
              <a:defRPr sz="1471"/>
            </a:lvl5pPr>
            <a:lvl6pPr>
              <a:defRPr sz="1471"/>
            </a:lvl6pPr>
            <a:lvl7pPr>
              <a:defRPr sz="1471"/>
            </a:lvl7pPr>
            <a:lvl8pPr>
              <a:defRPr sz="1471"/>
            </a:lvl8pPr>
            <a:lvl9pPr>
              <a:defRPr sz="14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72EF82B1-171C-4CAC-B9C4-22062286C8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239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78F620B-8934-45A0-BE2C-EF6C76032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8633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3ECE3F5-A3DD-46D3-8112-19EE7FD1DD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252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9516" y="1205796"/>
            <a:ext cx="14079529" cy="5128284"/>
          </a:xfrm>
        </p:spPr>
        <p:txBody>
          <a:bodyPr anchor="b"/>
          <a:lstStyle>
            <a:defPPr>
              <a:defRPr kern="1200"/>
            </a:defPPr>
            <a:lvl1pPr algn="l">
              <a:defRPr sz="18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32255" y="1205796"/>
            <a:ext cx="23924055" cy="25834113"/>
          </a:xfrm>
        </p:spPr>
        <p:txBody>
          <a:bodyPr/>
          <a:lstStyle>
            <a:defPPr>
              <a:defRPr kern="1200"/>
            </a:defPPr>
            <a:lvl1pPr>
              <a:defRPr sz="2943"/>
            </a:lvl1pPr>
            <a:lvl2pPr>
              <a:defRPr sz="2575"/>
            </a:lvl2pPr>
            <a:lvl3pPr>
              <a:defRPr sz="2207"/>
            </a:lvl3pPr>
            <a:lvl4pPr>
              <a:defRPr sz="1839"/>
            </a:lvl4pPr>
            <a:lvl5pPr>
              <a:defRPr sz="1839"/>
            </a:lvl5pPr>
            <a:lvl6pPr>
              <a:defRPr sz="1839"/>
            </a:lvl6pPr>
            <a:lvl7pPr>
              <a:defRPr sz="1839"/>
            </a:lvl7pPr>
            <a:lvl8pPr>
              <a:defRPr sz="1839"/>
            </a:lvl8pPr>
            <a:lvl9pPr>
              <a:defRPr sz="18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9516" y="6334080"/>
            <a:ext cx="14079529" cy="20705829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287"/>
            </a:lvl1pPr>
            <a:lvl2pPr marL="420441" indent="0">
              <a:buNone/>
              <a:defRPr sz="1104"/>
            </a:lvl2pPr>
            <a:lvl3pPr marL="840882" indent="0">
              <a:buNone/>
              <a:defRPr sz="920"/>
            </a:lvl3pPr>
            <a:lvl4pPr marL="1261323" indent="0">
              <a:buNone/>
              <a:defRPr sz="828"/>
            </a:lvl4pPr>
            <a:lvl5pPr marL="1681764" indent="0">
              <a:buNone/>
              <a:defRPr sz="828"/>
            </a:lvl5pPr>
            <a:lvl6pPr marL="2102206" indent="0">
              <a:buNone/>
              <a:defRPr sz="828"/>
            </a:lvl6pPr>
            <a:lvl7pPr marL="2522647" indent="0">
              <a:buNone/>
              <a:defRPr sz="828"/>
            </a:lvl7pPr>
            <a:lvl8pPr marL="2943088" indent="0">
              <a:buNone/>
              <a:defRPr sz="828"/>
            </a:lvl8pPr>
            <a:lvl9pPr marL="3363529" indent="0">
              <a:buNone/>
              <a:defRPr sz="82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6691E56-DA67-4BF5-BA67-706F30B370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956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8830" y="21189025"/>
            <a:ext cx="25676946" cy="2502100"/>
          </a:xfrm>
        </p:spPr>
        <p:txBody>
          <a:bodyPr anchor="b"/>
          <a:lstStyle>
            <a:defPPr>
              <a:defRPr kern="1200"/>
            </a:defPPr>
            <a:lvl1pPr algn="l">
              <a:defRPr sz="18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8830" y="2705013"/>
            <a:ext cx="25676946" cy="1816139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943"/>
            </a:lvl1pPr>
            <a:lvl2pPr marL="420441" indent="0">
              <a:buNone/>
              <a:defRPr sz="2575"/>
            </a:lvl2pPr>
            <a:lvl3pPr marL="840882" indent="0">
              <a:buNone/>
              <a:defRPr sz="2207"/>
            </a:lvl3pPr>
            <a:lvl4pPr marL="1261323" indent="0">
              <a:buNone/>
              <a:defRPr sz="1839"/>
            </a:lvl4pPr>
            <a:lvl5pPr marL="1681764" indent="0">
              <a:buNone/>
              <a:defRPr sz="1839"/>
            </a:lvl5pPr>
            <a:lvl6pPr marL="2102206" indent="0">
              <a:buNone/>
              <a:defRPr sz="1839"/>
            </a:lvl6pPr>
            <a:lvl7pPr marL="2522647" indent="0">
              <a:buNone/>
              <a:defRPr sz="1839"/>
            </a:lvl7pPr>
            <a:lvl8pPr marL="2943088" indent="0">
              <a:buNone/>
              <a:defRPr sz="1839"/>
            </a:lvl8pPr>
            <a:lvl9pPr marL="3363529" indent="0">
              <a:buNone/>
              <a:defRPr sz="1839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8830" y="23691125"/>
            <a:ext cx="25676946" cy="355169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287"/>
            </a:lvl1pPr>
            <a:lvl2pPr marL="420441" indent="0">
              <a:buNone/>
              <a:defRPr sz="1104"/>
            </a:lvl2pPr>
            <a:lvl3pPr marL="840882" indent="0">
              <a:buNone/>
              <a:defRPr sz="920"/>
            </a:lvl3pPr>
            <a:lvl4pPr marL="1261323" indent="0">
              <a:buNone/>
              <a:defRPr sz="828"/>
            </a:lvl4pPr>
            <a:lvl5pPr marL="1681764" indent="0">
              <a:buNone/>
              <a:defRPr sz="828"/>
            </a:lvl5pPr>
            <a:lvl6pPr marL="2102206" indent="0">
              <a:buNone/>
              <a:defRPr sz="828"/>
            </a:lvl6pPr>
            <a:lvl7pPr marL="2522647" indent="0">
              <a:buNone/>
              <a:defRPr sz="828"/>
            </a:lvl7pPr>
            <a:lvl8pPr marL="2943088" indent="0">
              <a:buNone/>
              <a:defRPr sz="828"/>
            </a:lvl8pPr>
            <a:lvl9pPr marL="3363529" indent="0">
              <a:buNone/>
              <a:defRPr sz="82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7F51DAE-E528-43E1-8BE0-91521416EF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948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2DA27A25-0059-41B6-A6E5-54D93C1080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8746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491202" y="2690415"/>
            <a:ext cx="9093287" cy="24216652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1339" y="2690415"/>
            <a:ext cx="27147778" cy="24216652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43B26BC-A2E6-4CDA-9F76-12293F2660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8540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0094B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11855" y="2690415"/>
            <a:ext cx="3637211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11855" y="8744213"/>
            <a:ext cx="36372117" cy="18162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11854" y="27580036"/>
            <a:ext cx="8915797" cy="2017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924117">
              <a:defRPr sz="5977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619741" y="27580036"/>
            <a:ext cx="13556345" cy="2017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924117">
              <a:defRPr sz="5977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668175" y="27580036"/>
            <a:ext cx="8915797" cy="2017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924117">
              <a:defRPr sz="5977"/>
            </a:lvl1pPr>
          </a:lstStyle>
          <a:p>
            <a:pPr>
              <a:defRPr/>
            </a:pPr>
            <a:fld id="{469A0CB4-D18D-4AEF-B324-9EDF067D13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0402015" y="15026006"/>
            <a:ext cx="13126538" cy="3838746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40071302" y="15026006"/>
            <a:ext cx="13126538" cy="3838746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6773529" y="30737587"/>
            <a:ext cx="29248767" cy="1331339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6773529" y="31263115"/>
            <a:ext cx="21397913" cy="11678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193">
                <a:solidFill>
                  <a:srgbClr val="808080"/>
                </a:solidFill>
              </a:rPr>
              <a:t>Template ID: persuadingsapphire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2pPr>
      <a:lvl3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3pPr>
      <a:lvl4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4pPr>
      <a:lvl5pPr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5pPr>
      <a:lvl6pPr marL="4572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6pPr>
      <a:lvl7pPr marL="9144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7pPr>
      <a:lvl8pPr marL="13716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8pPr>
      <a:lvl9pPr marL="1828800" algn="ctr" defTabSz="4267200" rtl="0" eaLnBrk="0" fontAlgn="base" hangingPunct="0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/>
      </a:defPPr>
      <a:lvl1pPr marL="1600200" indent="-1600200" algn="l" defTabSz="4267200" rtl="0" eaLnBrk="0" fontAlgn="base" hangingPunct="0">
        <a:spcBef>
          <a:spcPct val="20000"/>
        </a:spcBef>
        <a:spcAft>
          <a:spcPct val="0"/>
        </a:spcAft>
        <a:buChar char="•"/>
        <a:defRPr sz="14900">
          <a:solidFill>
            <a:schemeClr val="tx1"/>
          </a:solidFill>
          <a:latin typeface="+mn-lt"/>
          <a:ea typeface="+mn-ea"/>
          <a:cs typeface="+mn-cs"/>
        </a:defRPr>
      </a:lvl1pPr>
      <a:lvl2pPr marL="3467100" indent="-1333500" algn="l" defTabSz="4267200" rtl="0" eaLnBrk="0" fontAlgn="base" hangingPunct="0">
        <a:spcBef>
          <a:spcPct val="20000"/>
        </a:spcBef>
        <a:spcAft>
          <a:spcPct val="0"/>
        </a:spcAft>
        <a:buChar char="–"/>
        <a:defRPr sz="13100">
          <a:solidFill>
            <a:schemeClr val="tx1"/>
          </a:solidFill>
          <a:latin typeface="+mn-lt"/>
        </a:defRPr>
      </a:lvl2pPr>
      <a:lvl3pPr marL="5334000" indent="-1066800" algn="l" defTabSz="4267200" rtl="0" eaLnBrk="0" fontAlgn="base" hangingPunct="0">
        <a:spcBef>
          <a:spcPct val="20000"/>
        </a:spcBef>
        <a:spcAft>
          <a:spcPct val="0"/>
        </a:spcAft>
        <a:buChar char="•"/>
        <a:defRPr sz="11200">
          <a:solidFill>
            <a:schemeClr val="tx1"/>
          </a:solidFill>
          <a:latin typeface="+mn-lt"/>
        </a:defRPr>
      </a:lvl3pPr>
      <a:lvl4pPr marL="7467600" indent="-1066800" algn="l" defTabSz="4267200" rtl="0" eaLnBrk="0" fontAlgn="base" hangingPunct="0">
        <a:spcBef>
          <a:spcPct val="20000"/>
        </a:spcBef>
        <a:spcAft>
          <a:spcPct val="0"/>
        </a:spcAft>
        <a:buChar char="–"/>
        <a:defRPr sz="9300">
          <a:solidFill>
            <a:schemeClr val="tx1"/>
          </a:solidFill>
          <a:latin typeface="+mn-lt"/>
        </a:defRPr>
      </a:lvl4pPr>
      <a:lvl5pPr marL="96012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5pPr>
      <a:lvl6pPr marL="100584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6pPr>
      <a:lvl7pPr marL="105156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7pPr>
      <a:lvl8pPr marL="109728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8pPr>
      <a:lvl9pPr marL="11430000" indent="-1066800" algn="l" defTabSz="4267200" rtl="0" eaLnBrk="0" fontAlgn="base" hangingPunct="0">
        <a:spcBef>
          <a:spcPct val="20000"/>
        </a:spcBef>
        <a:spcAft>
          <a:spcPct val="0"/>
        </a:spcAft>
        <a:buChar char="»"/>
        <a:defRPr sz="9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customXml" Target="../ink/ink1.xml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1482A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1">
            <a:extLst>
              <a:ext uri="{FF2B5EF4-FFF2-40B4-BE49-F238E27FC236}">
                <a16:creationId xmlns:a16="http://schemas.microsoft.com/office/drawing/2014/main" id="{8785E597-B0C8-4CA8-9A56-A0F3996D088D}"/>
              </a:ext>
            </a:extLst>
          </p:cNvPr>
          <p:cNvSpPr txBox="1"/>
          <p:nvPr/>
        </p:nvSpPr>
        <p:spPr>
          <a:xfrm>
            <a:off x="3447776" y="1281929"/>
            <a:ext cx="36020074" cy="2541609"/>
          </a:xfrm>
          <a:prstGeom prst="rect">
            <a:avLst/>
          </a:prstGeom>
        </p:spPr>
        <p:txBody>
          <a:bodyPr lIns="117718" tIns="58859" rIns="117718" bIns="58859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en-US" sz="7817" dirty="0">
                <a:solidFill>
                  <a:srgbClr val="235078"/>
                </a:solidFill>
                <a:latin typeface="Times New Roman"/>
                <a:cs typeface="Times New Roman"/>
              </a:rPr>
              <a:t>Forecasting the Beautiful Game: Bayesian Inference and Graphical Models for </a:t>
            </a:r>
          </a:p>
          <a:p>
            <a:pPr algn="ctr"/>
            <a:r>
              <a:rPr lang="en-US" sz="7817" dirty="0">
                <a:solidFill>
                  <a:srgbClr val="235078"/>
                </a:solidFill>
                <a:latin typeface="Times New Roman"/>
                <a:cs typeface="Times New Roman"/>
              </a:rPr>
              <a:t>World Cup Prediction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BC3B70E-A392-4069-A147-C1FCF37051AF}"/>
              </a:ext>
            </a:extLst>
          </p:cNvPr>
          <p:cNvSpPr txBox="1"/>
          <p:nvPr/>
        </p:nvSpPr>
        <p:spPr>
          <a:xfrm>
            <a:off x="3447776" y="4189524"/>
            <a:ext cx="36020074" cy="911392"/>
          </a:xfrm>
          <a:prstGeom prst="rect">
            <a:avLst/>
          </a:prstGeom>
        </p:spPr>
        <p:txBody>
          <a:bodyPr wrap="square" lIns="117718" tIns="58859" rIns="117718" bIns="58859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en-US" sz="5150" dirty="0">
                <a:solidFill>
                  <a:srgbClr val="1482A5"/>
                </a:solidFill>
                <a:latin typeface="Times New Roman"/>
                <a:cs typeface="Times New Roman"/>
              </a:rPr>
              <a:t>Krithik Sharan Suresh Alagianayagi, MSc Data Science and Analytics, University of Leeds 2025 - 2026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718E78-BDD8-4BAD-851F-D423AE935B0D}"/>
              </a:ext>
            </a:extLst>
          </p:cNvPr>
          <p:cNvSpPr/>
          <p:nvPr/>
        </p:nvSpPr>
        <p:spPr>
          <a:xfrm>
            <a:off x="521145" y="7166210"/>
            <a:ext cx="9905520" cy="5709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en-US" sz="8828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9C39BF6-8B9A-45D3-A730-4CDDF5EAA7F1}"/>
              </a:ext>
            </a:extLst>
          </p:cNvPr>
          <p:cNvSpPr/>
          <p:nvPr/>
        </p:nvSpPr>
        <p:spPr>
          <a:xfrm>
            <a:off x="21833023" y="7183625"/>
            <a:ext cx="9905520" cy="11777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en-US" sz="8828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6D1C9C-2516-4738-BC80-673A19ECE5BD}"/>
              </a:ext>
            </a:extLst>
          </p:cNvPr>
          <p:cNvSpPr/>
          <p:nvPr/>
        </p:nvSpPr>
        <p:spPr>
          <a:xfrm>
            <a:off x="32488962" y="7166210"/>
            <a:ext cx="9905520" cy="9710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af-ZA" sz="20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25EFAD-7AAF-4CAF-BA69-869B3D423F7F}"/>
              </a:ext>
            </a:extLst>
          </p:cNvPr>
          <p:cNvSpPr/>
          <p:nvPr/>
        </p:nvSpPr>
        <p:spPr>
          <a:xfrm>
            <a:off x="483624" y="13106401"/>
            <a:ext cx="9905520" cy="1115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en-US" sz="8828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801B80-E24E-4773-AC4E-37DC17B0424E}"/>
              </a:ext>
            </a:extLst>
          </p:cNvPr>
          <p:cNvSpPr/>
          <p:nvPr/>
        </p:nvSpPr>
        <p:spPr>
          <a:xfrm>
            <a:off x="11177084" y="7186178"/>
            <a:ext cx="9905520" cy="5348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en-US" sz="8828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6D8A1CF-B987-4F36-8586-4BEDACCCAB04}"/>
              </a:ext>
            </a:extLst>
          </p:cNvPr>
          <p:cNvSpPr/>
          <p:nvPr/>
        </p:nvSpPr>
        <p:spPr>
          <a:xfrm>
            <a:off x="32488962" y="17013191"/>
            <a:ext cx="9905520" cy="5885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en-US" sz="8828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BDD4D7-12C6-4DBA-AD93-2C88BC17BC8B}"/>
              </a:ext>
            </a:extLst>
          </p:cNvPr>
          <p:cNvSpPr txBox="1"/>
          <p:nvPr/>
        </p:nvSpPr>
        <p:spPr>
          <a:xfrm>
            <a:off x="746271" y="8091418"/>
            <a:ext cx="9455270" cy="4607425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48 teams. 104 matches. Billions of predictions.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Most forecasting models output a single number "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/>
                <a:cs typeface="Times New Roman"/>
              </a:rPr>
              <a:t>France will win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“; ignoring the uncertainty inherent in football. 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A team rated slightly higher does not always win;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/>
                <a:cs typeface="Times New Roman"/>
              </a:rPr>
              <a:t>randomness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is fundamental to the sport.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We ask: </a:t>
            </a:r>
            <a:r>
              <a:rPr lang="en-US" sz="2099" i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“Can Bayesian statistics produce better-calibrated, more honest predictions than conventional approaches?”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By treating team strength as a probability distribution rather than a fixed value, we capture what we don't know and make forecasts that say not just who will win, but how confident we should be.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864E4E-50A2-403F-84B8-E4F7E820612B}"/>
              </a:ext>
            </a:extLst>
          </p:cNvPr>
          <p:cNvSpPr txBox="1"/>
          <p:nvPr/>
        </p:nvSpPr>
        <p:spPr>
          <a:xfrm>
            <a:off x="746271" y="7473431"/>
            <a:ext cx="9455270" cy="59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 dirty="0">
                <a:solidFill>
                  <a:srgbClr val="235078"/>
                </a:solidFill>
                <a:latin typeface="Times New Roman"/>
                <a:cs typeface="Times New Roman"/>
              </a:rPr>
              <a:t>Motivation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2418A42-DDE0-497E-98DF-5F9BFF98DA6B}"/>
              </a:ext>
            </a:extLst>
          </p:cNvPr>
          <p:cNvSpPr/>
          <p:nvPr/>
        </p:nvSpPr>
        <p:spPr>
          <a:xfrm>
            <a:off x="32488962" y="26685969"/>
            <a:ext cx="9905520" cy="3137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en-US" sz="8828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2CC346-56CD-4384-BB14-A915BC781C78}"/>
              </a:ext>
            </a:extLst>
          </p:cNvPr>
          <p:cNvSpPr txBox="1"/>
          <p:nvPr/>
        </p:nvSpPr>
        <p:spPr>
          <a:xfrm>
            <a:off x="32570007" y="26750785"/>
            <a:ext cx="9455270" cy="59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 dirty="0">
                <a:solidFill>
                  <a:srgbClr val="235078"/>
                </a:solidFill>
                <a:latin typeface="Times New Roman"/>
                <a:cs typeface="Times New Roman"/>
              </a:rPr>
              <a:t>Acknowledgements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7EEF88-ACF9-4467-B180-074FC642245A}"/>
              </a:ext>
            </a:extLst>
          </p:cNvPr>
          <p:cNvSpPr txBox="1"/>
          <p:nvPr/>
        </p:nvSpPr>
        <p:spPr>
          <a:xfrm>
            <a:off x="32714087" y="7473425"/>
            <a:ext cx="9455270" cy="598019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 dirty="0">
                <a:solidFill>
                  <a:srgbClr val="235078"/>
                </a:solidFill>
                <a:latin typeface="Times New Roman"/>
                <a:cs typeface="Times New Roman"/>
              </a:rPr>
              <a:t>Calibration &amp; Uncertainty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E6C31F-098B-45F7-BEE5-8A51FA70D59F}"/>
              </a:ext>
            </a:extLst>
          </p:cNvPr>
          <p:cNvSpPr txBox="1"/>
          <p:nvPr/>
        </p:nvSpPr>
        <p:spPr>
          <a:xfrm>
            <a:off x="32570007" y="17013192"/>
            <a:ext cx="9455270" cy="598019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 dirty="0">
                <a:solidFill>
                  <a:srgbClr val="235078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67F8A1-EE95-4354-8E2F-952A6BBDBFFC}"/>
              </a:ext>
            </a:extLst>
          </p:cNvPr>
          <p:cNvSpPr txBox="1"/>
          <p:nvPr/>
        </p:nvSpPr>
        <p:spPr>
          <a:xfrm>
            <a:off x="746270" y="14193321"/>
            <a:ext cx="9455270" cy="3968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Goals scored by team </a:t>
            </a:r>
            <a:r>
              <a:rPr lang="en-US" sz="2099" dirty="0" err="1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i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against team j are modelled as independent Poisson random variables: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	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G_ij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~ Poisson(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λ_ij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)</a:t>
            </a:r>
          </a:p>
          <a:p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	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λ_ij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= α_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i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· 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δ_j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· γ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 panose="020B0606030504020204" pitchFamily="34" charset="0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where: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	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α_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i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= attack strength of team </a:t>
            </a:r>
            <a:r>
              <a:rPr lang="en-US" sz="2099" dirty="0" err="1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i</a:t>
            </a:r>
            <a:endParaRPr lang="en-US" sz="2099" dirty="0">
              <a:solidFill>
                <a:srgbClr val="1482A5"/>
              </a:solidFill>
              <a:latin typeface="Times New Roman"/>
              <a:ea typeface="Open Sans" panose="020B0606030504020204" pitchFamily="34" charset="0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	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δ_j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= defensive weakness of team j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	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γ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= home advantage multiplier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 panose="020B0606030504020204" pitchFamily="34" charset="0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The Poisson distribution is a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natural fit for goal counts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: it models the number of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rare, independent events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in a fixed time window, which is exactly what goals are.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D5F59B-F8CA-463C-871F-D1042309DE00}"/>
              </a:ext>
            </a:extLst>
          </p:cNvPr>
          <p:cNvSpPr txBox="1"/>
          <p:nvPr/>
        </p:nvSpPr>
        <p:spPr>
          <a:xfrm>
            <a:off x="746271" y="13402313"/>
            <a:ext cx="9455270" cy="59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 dirty="0">
                <a:solidFill>
                  <a:srgbClr val="235078"/>
                </a:solidFill>
                <a:latin typeface="Times New Roman"/>
                <a:cs typeface="Times New Roman"/>
              </a:rPr>
              <a:t>The Poisson Goal Model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744D3E-CEF9-4748-9719-25AAABF27BDD}"/>
              </a:ext>
            </a:extLst>
          </p:cNvPr>
          <p:cNvSpPr txBox="1"/>
          <p:nvPr/>
        </p:nvSpPr>
        <p:spPr>
          <a:xfrm>
            <a:off x="11402210" y="7473425"/>
            <a:ext cx="9455270" cy="59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 dirty="0">
                <a:solidFill>
                  <a:srgbClr val="235078"/>
                </a:solidFill>
                <a:latin typeface="Times New Roman"/>
                <a:cs typeface="Times New Roman"/>
              </a:rPr>
              <a:t>Bayesian Inference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8D0A9F-428E-4BAE-BE01-668D5F988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0349" y="4068"/>
            <a:ext cx="6503253" cy="611001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B5DEAEB-A945-5E61-9000-145A907E31D8}"/>
              </a:ext>
            </a:extLst>
          </p:cNvPr>
          <p:cNvSpPr/>
          <p:nvPr/>
        </p:nvSpPr>
        <p:spPr>
          <a:xfrm>
            <a:off x="21831221" y="19126200"/>
            <a:ext cx="9905520" cy="106836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en-US" sz="8828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3911A4-CC27-70A7-FFFC-A341BE905F97}"/>
              </a:ext>
            </a:extLst>
          </p:cNvPr>
          <p:cNvSpPr txBox="1"/>
          <p:nvPr/>
        </p:nvSpPr>
        <p:spPr>
          <a:xfrm>
            <a:off x="22056861" y="19269707"/>
            <a:ext cx="9455270" cy="598019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 dirty="0">
                <a:solidFill>
                  <a:srgbClr val="235078"/>
                </a:solidFill>
                <a:latin typeface="Times New Roman"/>
                <a:cs typeface="Times New Roman"/>
              </a:rPr>
              <a:t>Tournament Simulation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CFBEFF-95FB-5F9B-7071-3AFBDC3345F7}"/>
              </a:ext>
            </a:extLst>
          </p:cNvPr>
          <p:cNvSpPr/>
          <p:nvPr/>
        </p:nvSpPr>
        <p:spPr>
          <a:xfrm>
            <a:off x="32488962" y="23046872"/>
            <a:ext cx="9905520" cy="3504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en-US" sz="8828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2D2F79-FF27-B156-8EB8-2566964BB585}"/>
              </a:ext>
            </a:extLst>
          </p:cNvPr>
          <p:cNvSpPr txBox="1"/>
          <p:nvPr/>
        </p:nvSpPr>
        <p:spPr>
          <a:xfrm>
            <a:off x="32502304" y="23193406"/>
            <a:ext cx="9455270" cy="598019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>
                <a:solidFill>
                  <a:srgbClr val="235078"/>
                </a:solidFill>
                <a:latin typeface="Times New Roman"/>
                <a:cs typeface="Times New Roman"/>
              </a:rPr>
              <a:t>References</a:t>
            </a:r>
            <a:endParaRPr lang="en-US" sz="2099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F75952-B0A8-E402-E4E1-0F313B8475A2}"/>
              </a:ext>
            </a:extLst>
          </p:cNvPr>
          <p:cNvSpPr txBox="1"/>
          <p:nvPr/>
        </p:nvSpPr>
        <p:spPr>
          <a:xfrm>
            <a:off x="32576395" y="23720708"/>
            <a:ext cx="9652128" cy="2669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4085" tIns="42042" rIns="84085" bIns="42042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99" dirty="0">
                <a:solidFill>
                  <a:srgbClr val="1482A5"/>
                </a:solidFill>
                <a:cs typeface="Times New Roman"/>
              </a:rPr>
              <a:t>Dixon &amp; Coles (1997) - Modelling Association Football Scores and Inefficiencies in the Football Betting Market. Applied Statistics, 46(2), 265–280.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99" dirty="0">
                <a:solidFill>
                  <a:srgbClr val="1482A5"/>
                </a:solidFill>
                <a:cs typeface="Times New Roman"/>
              </a:rPr>
              <a:t>Maher (1982) - Modelling Association Football Scores. Statistician, 31(1), 68–72.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99" dirty="0">
                <a:solidFill>
                  <a:srgbClr val="1482A5"/>
                </a:solidFill>
                <a:cs typeface="Times New Roman"/>
              </a:rPr>
              <a:t>Karlis &amp; </a:t>
            </a:r>
            <a:r>
              <a:rPr lang="en-US" sz="2099" dirty="0" err="1">
                <a:solidFill>
                  <a:srgbClr val="1482A5"/>
                </a:solidFill>
                <a:cs typeface="Times New Roman"/>
              </a:rPr>
              <a:t>Ntzoufras</a:t>
            </a:r>
            <a:r>
              <a:rPr lang="en-US" sz="2099" dirty="0">
                <a:solidFill>
                  <a:srgbClr val="1482A5"/>
                </a:solidFill>
                <a:cs typeface="Times New Roman"/>
              </a:rPr>
              <a:t> (2003) - Analysis of Sports Data by Using Bivariate Poisson Models. The Statistician, 52(3), 381–393.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99" dirty="0">
                <a:solidFill>
                  <a:srgbClr val="1482A5"/>
                </a:solidFill>
                <a:cs typeface="Times New Roman"/>
              </a:rPr>
              <a:t>Groll et al. (2018) - Prediction of the FIFA World Cup 2018 - A Random Forest Approach. Statistical Modelling, 19(5).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99" dirty="0">
                <a:solidFill>
                  <a:srgbClr val="1482A5"/>
                </a:solidFill>
                <a:cs typeface="Times New Roman"/>
              </a:rPr>
              <a:t>Gelman et al. - Bayesian Data Analysis, 3rd edition. CRC Press</a:t>
            </a:r>
            <a:endParaRPr lang="en-US" sz="2099" dirty="0">
              <a:solidFill>
                <a:srgbClr val="1482A5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382B41-BFD1-6815-59C3-870696FAA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38" y="18349999"/>
            <a:ext cx="9136534" cy="577005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83C372E-35D3-ED22-AC60-C67E463DB63C}"/>
              </a:ext>
            </a:extLst>
          </p:cNvPr>
          <p:cNvSpPr/>
          <p:nvPr/>
        </p:nvSpPr>
        <p:spPr>
          <a:xfrm>
            <a:off x="483624" y="24620333"/>
            <a:ext cx="9905520" cy="5189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en-US" sz="8828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187E32-5F80-F709-9A51-0DDA58A1DBF4}"/>
              </a:ext>
            </a:extLst>
          </p:cNvPr>
          <p:cNvSpPr txBox="1"/>
          <p:nvPr/>
        </p:nvSpPr>
        <p:spPr>
          <a:xfrm>
            <a:off x="746270" y="24745902"/>
            <a:ext cx="9455270" cy="59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 dirty="0">
                <a:solidFill>
                  <a:srgbClr val="235078"/>
                </a:solidFill>
                <a:latin typeface="Times New Roman"/>
                <a:cs typeface="Times New Roman"/>
              </a:rPr>
              <a:t>Dixon-Coles Extension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F2E1A1-B3C5-5FD2-03F9-6F097983EA6C}"/>
              </a:ext>
            </a:extLst>
          </p:cNvPr>
          <p:cNvSpPr txBox="1"/>
          <p:nvPr/>
        </p:nvSpPr>
        <p:spPr>
          <a:xfrm>
            <a:off x="708749" y="25469490"/>
            <a:ext cx="9455270" cy="3645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The standard Poisson model slightly overestimates draws and low-scoring results.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 panose="020B0606030504020204" pitchFamily="34" charset="0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Dixon &amp; Coles (1997) introduced a correction term 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ρ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applied to scorelines of (0-0), (1-0), (0-1), and (1-1):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	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τ_ρ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(x, y) · P(X=x) · P(Y=y)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 panose="020B0606030504020204" pitchFamily="34" charset="0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where </a:t>
            </a:r>
            <a:r>
              <a:rPr lang="en-US" sz="2099" dirty="0" err="1">
                <a:solidFill>
                  <a:srgbClr val="FF0000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τ_ρ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adjusts the joint probability for these four cases only, leaving all other scorelines unchanged.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 panose="020B0606030504020204" pitchFamily="34" charset="0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Parameters 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α, δ, γ, ρ 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are estimated by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maximum likelihood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 panose="020B0606030504020204" pitchFamily="34" charset="0"/>
                <a:cs typeface="Times New Roman"/>
              </a:rPr>
              <a:t> on historical international results from 2010 to the present.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AE86CE-37C6-0314-5AA3-7855D6B1BF4B}"/>
              </a:ext>
            </a:extLst>
          </p:cNvPr>
          <p:cNvSpPr txBox="1"/>
          <p:nvPr/>
        </p:nvSpPr>
        <p:spPr>
          <a:xfrm>
            <a:off x="11449259" y="8091418"/>
            <a:ext cx="9455270" cy="4284388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Rather than fitting fixed point estimates, we place prior distributions over team strengths and update them as match data arrives. 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This gives us a full posterior distribution over every parameter capturing genuine uncertainty about team quality.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Bayes' theorem gives us the update rule: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	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P(θ | data) ∝ P(data | θ) · P(θ)</a:t>
            </a:r>
          </a:p>
          <a:p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	posterior ∝ likelihood × prior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Here 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θ = {α_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i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, 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δ_j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, γ}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are the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/>
                <a:cs typeface="Times New Roman"/>
              </a:rPr>
              <a:t>team parameters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. 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The prior encodes our belief before seeing data; the likelihood scores how well the parameters explain observed scorelines; the posterior combines both.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B149DF-BDB4-9DBE-4E8A-66EFBE648739}"/>
              </a:ext>
            </a:extLst>
          </p:cNvPr>
          <p:cNvSpPr/>
          <p:nvPr/>
        </p:nvSpPr>
        <p:spPr>
          <a:xfrm>
            <a:off x="11177084" y="12698842"/>
            <a:ext cx="9905520" cy="17222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endParaRPr lang="en-US" sz="8828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CFBC06-0786-1835-3E79-087F52C3ABB7}"/>
              </a:ext>
            </a:extLst>
          </p:cNvPr>
          <p:cNvSpPr txBox="1"/>
          <p:nvPr/>
        </p:nvSpPr>
        <p:spPr>
          <a:xfrm>
            <a:off x="11402210" y="12913666"/>
            <a:ext cx="9455270" cy="59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 dirty="0">
                <a:solidFill>
                  <a:srgbClr val="235078"/>
                </a:solidFill>
                <a:latin typeface="Times New Roman"/>
                <a:cs typeface="Times New Roman"/>
              </a:rPr>
              <a:t>Updating Beliefs After Matches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F1AC84-9719-E827-232A-311F7051B19F}"/>
              </a:ext>
            </a:extLst>
          </p:cNvPr>
          <p:cNvSpPr txBox="1"/>
          <p:nvPr/>
        </p:nvSpPr>
        <p:spPr>
          <a:xfrm>
            <a:off x="11449259" y="13531659"/>
            <a:ext cx="9455270" cy="3638314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Before any matches are played, our prior over a team's attack strength is broad and uncertain. 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As results come in, the likelihood sharpens our estimate. 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The posterior is a compromise tighter than the prior, </a:t>
            </a:r>
            <a:r>
              <a:rPr lang="en-US" sz="2099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centred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on the evidence.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This is the core advantage of Bayesian modelling: uncertainty is never discarded. 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A team that won three matches narrowly against weak opponents will have a wider posterior than one that convincingly beat strong sides.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08DD8FF-5914-95B8-58B4-22F5BBEAE5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9" r="66829"/>
          <a:stretch>
            <a:fillRect/>
          </a:stretch>
        </p:blipFill>
        <p:spPr>
          <a:xfrm>
            <a:off x="14600899" y="18519775"/>
            <a:ext cx="3151990" cy="287394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3ABF8CD9-8EF8-611B-1063-33BF771CFDD8}"/>
              </a:ext>
            </a:extLst>
          </p:cNvPr>
          <p:cNvSpPr txBox="1"/>
          <p:nvPr/>
        </p:nvSpPr>
        <p:spPr>
          <a:xfrm>
            <a:off x="22127291" y="7473425"/>
            <a:ext cx="9455270" cy="59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3311" dirty="0">
                <a:solidFill>
                  <a:srgbClr val="235078"/>
                </a:solidFill>
                <a:latin typeface="Times New Roman"/>
                <a:cs typeface="Times New Roman"/>
              </a:rPr>
              <a:t>Probabilistic Graphical Model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E1E36F-7A0B-0160-478A-55096B19EAD7}"/>
              </a:ext>
            </a:extLst>
          </p:cNvPr>
          <p:cNvSpPr txBox="1"/>
          <p:nvPr/>
        </p:nvSpPr>
        <p:spPr>
          <a:xfrm>
            <a:off x="22127291" y="8091412"/>
            <a:ext cx="9455270" cy="3961351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The Dixon-Coles model is naturally expressed as a directed graphical model. 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Nodes represent random variables; directed edges represent conditional dependence.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μ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- global prior mean over all team strengths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α_</a:t>
            </a: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i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- latent attack strength of team 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δ_j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- latent </a:t>
            </a:r>
            <a:r>
              <a:rPr lang="en-US" sz="2099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defence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strength of team j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λ_ij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- expected goal rate for match (</a:t>
            </a:r>
            <a:r>
              <a:rPr lang="en-US" sz="2099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i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, j)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99" b="1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G_ij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- observed goals (shaded = observed)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The dashed plate box indicates that the structure repeats over all team pairs (</a:t>
            </a:r>
            <a:r>
              <a:rPr lang="en-US" sz="2099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i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, j). 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This compact representation makes the independence assumptions explicit and guides the inference procedure.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6A3C6729-BF45-66D7-FDFE-CD3901BB88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7679" y="12072731"/>
            <a:ext cx="6699468" cy="6680543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9AF1E1EE-5638-2DEC-7C22-7F9DCC6628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05" t="9309" r="33424" b="-5317"/>
          <a:stretch>
            <a:fillRect/>
          </a:stretch>
        </p:blipFill>
        <p:spPr>
          <a:xfrm>
            <a:off x="14600899" y="22301468"/>
            <a:ext cx="3151990" cy="304245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A9B6CD71-D936-BCFE-34D1-029D07C181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50" t="9309" b="-1200"/>
          <a:stretch>
            <a:fillRect/>
          </a:stretch>
        </p:blipFill>
        <p:spPr>
          <a:xfrm>
            <a:off x="14616494" y="25836362"/>
            <a:ext cx="3149996" cy="2911997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D35FB87-888A-964C-5851-C0A1884335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427"/>
          <a:stretch>
            <a:fillRect/>
          </a:stretch>
        </p:blipFill>
        <p:spPr>
          <a:xfrm>
            <a:off x="11378684" y="17782747"/>
            <a:ext cx="9502319" cy="2399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4A40216-BB10-BE70-EE0B-ADD34237AF2B}"/>
                  </a:ext>
                </a:extLst>
              </p14:cNvPr>
              <p14:cNvContentPartPr/>
              <p14:nvPr/>
            </p14:nvContentPartPr>
            <p14:xfrm>
              <a:off x="14811250" y="23494135"/>
              <a:ext cx="181800" cy="1155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4A40216-BB10-BE70-EE0B-ADD34237AF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48250" y="23431495"/>
                <a:ext cx="3074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556893A-2869-4ED9-F9A4-F8A621F457D1}"/>
                  </a:ext>
                </a:extLst>
              </p14:cNvPr>
              <p14:cNvContentPartPr/>
              <p14:nvPr/>
            </p14:nvContentPartPr>
            <p14:xfrm>
              <a:off x="17706730" y="23545615"/>
              <a:ext cx="59760" cy="295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556893A-2869-4ED9-F9A4-F8A621F457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644090" y="23482615"/>
                <a:ext cx="185400" cy="155160"/>
              </a:xfrm>
              <a:prstGeom prst="rect">
                <a:avLst/>
              </a:prstGeom>
            </p:spPr>
          </p:pic>
        </mc:Fallback>
      </mc:AlternateContent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36839D7-1970-CD27-D69E-E1A775B02026}"/>
              </a:ext>
            </a:extLst>
          </p:cNvPr>
          <p:cNvCxnSpPr/>
          <p:nvPr/>
        </p:nvCxnSpPr>
        <p:spPr bwMode="auto">
          <a:xfrm>
            <a:off x="16176894" y="21468173"/>
            <a:ext cx="0" cy="452027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37B390E-7199-D943-4B1D-BB424BEBAEB1}"/>
              </a:ext>
            </a:extLst>
          </p:cNvPr>
          <p:cNvCxnSpPr/>
          <p:nvPr/>
        </p:nvCxnSpPr>
        <p:spPr bwMode="auto">
          <a:xfrm>
            <a:off x="16191492" y="25243476"/>
            <a:ext cx="0" cy="452027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5EA0C1AC-8D8F-9C1F-409F-04026DE93FD9}"/>
              </a:ext>
            </a:extLst>
          </p:cNvPr>
          <p:cNvSpPr txBox="1"/>
          <p:nvPr/>
        </p:nvSpPr>
        <p:spPr>
          <a:xfrm>
            <a:off x="22056861" y="19910992"/>
            <a:ext cx="9455270" cy="9776020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With fitted parameters in hand, we simulate the full 2026 World Cup 50,000 times.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At each stage, goals are sampled from the fitted Poisson distributions. 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Draws proceed to a 50/50 penalty shootout.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Repeating this process thousands of times gives us an empirical distribution over outcomes - not just a single predicted winner, but a full probability for every team lifting the trophy.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Key findings: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No team exceeds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/>
                <a:cs typeface="Times New Roman"/>
              </a:rPr>
              <a:t>~14% 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win probability - reflecting genuine tournament uncertainty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The gap between top contenders is small,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/>
                <a:cs typeface="Times New Roman"/>
              </a:rPr>
              <a:t>consistent with historical upsets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Lower-ranked teams retain meaningful probability, capturing the "</a:t>
            </a:r>
            <a:r>
              <a:rPr lang="en-US" sz="2099" i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anyone can win on the day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" nature of football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2AA5B888-C891-DCF4-A90A-2084147B2F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7679" y="23044288"/>
            <a:ext cx="6523909" cy="4850404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11A7B874-A033-7232-C0DF-FE0F8980FE87}"/>
              </a:ext>
            </a:extLst>
          </p:cNvPr>
          <p:cNvSpPr txBox="1"/>
          <p:nvPr/>
        </p:nvSpPr>
        <p:spPr>
          <a:xfrm>
            <a:off x="32618862" y="17543525"/>
            <a:ext cx="9455270" cy="5253500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This work shows that Bayesian inference combined with a Dixon-Coles graphical model produces football forecasts that are not just accurate, but honestly uncertain. 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By treating team strength as a distribution rather than a fixed number, the model captures genuine ambiguity - no team in our 2026 World Cup simulation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/>
                <a:cs typeface="Times New Roman"/>
              </a:rPr>
              <a:t>exceeds a 14% win probability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, reflecting how open the tournament really is. 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Critically, the calibration plot confirms this uncertainty is trustworthy: predicted probabilities track observed outcomes closely on held-out matches, rather than being arbitrarily hedged.</a:t>
            </a: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The graphical model structure makes the approach transparent and extensible. Natural next steps include richer node structures - adding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/>
                <a:cs typeface="Times New Roman"/>
              </a:rPr>
              <a:t>time-varying 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team strength to capture form and momentum, incorporating player-level injury and squad data, or replacing the linear attack/</a:t>
            </a:r>
            <a:r>
              <a:rPr lang="en-US" sz="2099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defence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</a:t>
            </a:r>
            <a:r>
              <a:rPr lang="en-US" sz="2099" dirty="0" err="1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parametrisation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 with a </a:t>
            </a:r>
            <a:r>
              <a:rPr lang="en-US" sz="2099" b="1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Bayesian neural network 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to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/>
                <a:cs typeface="Times New Roman"/>
              </a:rPr>
              <a:t>learn nonlinear interactions </a:t>
            </a:r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while still propagating uncertainty through to the final forecast. Extending the plate structure to a dynamic Bayesian network would also let the model adapt week-to-week as a tournament unfolds, rather than treating team strength as static.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1E467E6-16D5-ED43-B22D-70B277224B77}"/>
              </a:ext>
            </a:extLst>
          </p:cNvPr>
          <p:cNvSpPr txBox="1"/>
          <p:nvPr/>
        </p:nvSpPr>
        <p:spPr>
          <a:xfrm>
            <a:off x="32576395" y="27340847"/>
            <a:ext cx="9652128" cy="2346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4085" tIns="42042" rIns="84085" bIns="42042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99" dirty="0">
                <a:solidFill>
                  <a:srgbClr val="1482A5"/>
                </a:solidFill>
              </a:rPr>
              <a:t>I would like to thank the LASR 2026 </a:t>
            </a:r>
            <a:r>
              <a:rPr lang="en-US" sz="2099" dirty="0" err="1">
                <a:solidFill>
                  <a:srgbClr val="1482A5"/>
                </a:solidFill>
              </a:rPr>
              <a:t>Organising</a:t>
            </a:r>
            <a:r>
              <a:rPr lang="en-US" sz="2099" dirty="0">
                <a:solidFill>
                  <a:srgbClr val="1482A5"/>
                </a:solidFill>
              </a:rPr>
              <a:t> Committee - </a:t>
            </a:r>
            <a:r>
              <a:rPr lang="en-US" sz="2099" b="1" dirty="0">
                <a:solidFill>
                  <a:srgbClr val="1482A5"/>
                </a:solidFill>
              </a:rPr>
              <a:t>Dr Luisa Cutillo, Dr Sofya </a:t>
            </a:r>
            <a:r>
              <a:rPr lang="en-US" sz="2099" b="1" dirty="0" err="1">
                <a:solidFill>
                  <a:srgbClr val="1482A5"/>
                </a:solidFill>
              </a:rPr>
              <a:t>Titarenko</a:t>
            </a:r>
            <a:r>
              <a:rPr lang="en-US" sz="2099" dirty="0">
                <a:solidFill>
                  <a:srgbClr val="1482A5"/>
                </a:solidFill>
              </a:rPr>
              <a:t> and </a:t>
            </a:r>
            <a:r>
              <a:rPr lang="en-US" sz="2099" b="1" dirty="0">
                <a:solidFill>
                  <a:srgbClr val="1482A5"/>
                </a:solidFill>
              </a:rPr>
              <a:t>Professor Kanti </a:t>
            </a:r>
            <a:r>
              <a:rPr lang="en-US" sz="2099" b="1" dirty="0" err="1">
                <a:solidFill>
                  <a:srgbClr val="1482A5"/>
                </a:solidFill>
              </a:rPr>
              <a:t>Mardia</a:t>
            </a:r>
            <a:r>
              <a:rPr lang="en-US" sz="2099" b="1" dirty="0">
                <a:solidFill>
                  <a:srgbClr val="1482A5"/>
                </a:solidFill>
              </a:rPr>
              <a:t> </a:t>
            </a:r>
            <a:r>
              <a:rPr lang="en-US" sz="2099" dirty="0">
                <a:solidFill>
                  <a:srgbClr val="1482A5"/>
                </a:solidFill>
              </a:rPr>
              <a:t>for the opportunity to present this work.</a:t>
            </a:r>
          </a:p>
          <a:p>
            <a:endParaRPr lang="en-US" sz="2099" dirty="0">
              <a:solidFill>
                <a:srgbClr val="1482A5"/>
              </a:solidFill>
            </a:endParaRPr>
          </a:p>
          <a:p>
            <a:r>
              <a:rPr lang="en-US" sz="2099" dirty="0">
                <a:solidFill>
                  <a:srgbClr val="1482A5"/>
                </a:solidFill>
              </a:rPr>
              <a:t>This work used the publicly available international football results dataset compiled by </a:t>
            </a:r>
            <a:r>
              <a:rPr lang="en-US" sz="2099" b="1" dirty="0">
                <a:solidFill>
                  <a:srgbClr val="1482A5"/>
                </a:solidFill>
              </a:rPr>
              <a:t>Mart Jüriso</a:t>
            </a:r>
            <a:r>
              <a:rPr lang="en-US" sz="2099" dirty="0">
                <a:solidFill>
                  <a:srgbClr val="1482A5"/>
                </a:solidFill>
              </a:rPr>
              <a:t>o (martj42) on GitHub, and was built using Python, SciPy, </a:t>
            </a:r>
            <a:r>
              <a:rPr lang="en-US" sz="2099" dirty="0" err="1">
                <a:solidFill>
                  <a:srgbClr val="1482A5"/>
                </a:solidFill>
              </a:rPr>
              <a:t>PyMC</a:t>
            </a:r>
            <a:r>
              <a:rPr lang="en-US" sz="2099" dirty="0">
                <a:solidFill>
                  <a:srgbClr val="1482A5"/>
                </a:solidFill>
              </a:rPr>
              <a:t>, and Matplotlib. Thanks also to the </a:t>
            </a:r>
            <a:r>
              <a:rPr lang="en-US" sz="2099" b="1" dirty="0">
                <a:solidFill>
                  <a:srgbClr val="1482A5"/>
                </a:solidFill>
              </a:rPr>
              <a:t>School of Mathematics, University of Leeds</a:t>
            </a:r>
            <a:r>
              <a:rPr lang="en-US" sz="2099" dirty="0">
                <a:solidFill>
                  <a:srgbClr val="1482A5"/>
                </a:solidFill>
              </a:rPr>
              <a:t>, for supporting this research.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432FC21-9EE7-1C7F-42D6-F5D89CF060E0}"/>
              </a:ext>
            </a:extLst>
          </p:cNvPr>
          <p:cNvSpPr txBox="1"/>
          <p:nvPr/>
        </p:nvSpPr>
        <p:spPr>
          <a:xfrm>
            <a:off x="32714087" y="8249529"/>
            <a:ext cx="9455270" cy="3961351"/>
          </a:xfrm>
          <a:prstGeom prst="rect">
            <a:avLst/>
          </a:prstGeom>
          <a:noFill/>
        </p:spPr>
        <p:txBody>
          <a:bodyPr wrap="square" lIns="84085" tIns="42042" rIns="84085" bIns="42042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34889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869777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04666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739555" algn="l" rtl="0" eaLnBrk="0" fontAlgn="base" hangingPunct="0">
              <a:spcBef>
                <a:spcPct val="0"/>
              </a:spcBef>
              <a:spcAft>
                <a:spcPct val="0"/>
              </a:spcAft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174443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609332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044220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479109" algn="l" defTabSz="869777" rtl="0" eaLnBrk="1" latinLnBrk="0" hangingPunct="1">
              <a:defRPr sz="2283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A probabilistic forecast is only useful if it is well-calibrated when the model says 70%, the event should happen approximately 70% of the time.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We test calibration on a held-out set of matches not used in fitting. Predictions are binned by probability and compared against observed frequencies.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A perfectly calibrated model lies on the diagonal. </a:t>
            </a:r>
            <a:r>
              <a:rPr lang="en-US" sz="2099" dirty="0">
                <a:solidFill>
                  <a:srgbClr val="FF0000"/>
                </a:solidFill>
                <a:latin typeface="Times New Roman"/>
                <a:ea typeface="Open Sans"/>
                <a:cs typeface="Times New Roman"/>
              </a:rPr>
              <a:t>Deviation above the diagonal means the model is underconfident; deviation below means overconfident.</a:t>
            </a:r>
          </a:p>
          <a:p>
            <a:endParaRPr lang="en-US" sz="2099" dirty="0">
              <a:solidFill>
                <a:srgbClr val="1482A5"/>
              </a:solidFill>
              <a:latin typeface="Times New Roman"/>
              <a:ea typeface="Open Sans"/>
              <a:cs typeface="Times New Roman"/>
            </a:endParaRPr>
          </a:p>
          <a:p>
            <a:r>
              <a:rPr lang="en-US" sz="2099" dirty="0">
                <a:solidFill>
                  <a:srgbClr val="1482A5"/>
                </a:solidFill>
                <a:latin typeface="Times New Roman"/>
                <a:ea typeface="Open Sans"/>
                <a:cs typeface="Times New Roman"/>
              </a:rPr>
              <a:t>The Dixon-Coles Bayesian model tracks the diagonal closely, confirming that its uncertainty estimates are reliable not just accurate on average, but honest about when it is unsure.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71C29E63-2655-C1F4-B41A-D7FFA25D30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2776" y="12250654"/>
            <a:ext cx="5089731" cy="4639651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ersuadingsapphire|08-2022"/>
</p:tagLst>
</file>

<file path=ppt/theme/theme1.xml><?xml version="1.0" encoding="utf-8"?>
<a:theme xmlns:a="http://schemas.openxmlformats.org/drawingml/2006/main" name="Blank Presentatio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Blank Presentatio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60</TotalTime>
  <Words>1266</Words>
  <Application>Microsoft Office PowerPoint</Application>
  <PresentationFormat>Custom</PresentationFormat>
  <Paragraphs>117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Times New Roman</vt:lpstr>
      <vt:lpstr>Arial</vt:lpstr>
      <vt:lpstr>Blank Presentation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Krithik Sharan Suresh Alagianayagi [mxnp0398]</cp:lastModifiedBy>
  <cp:revision>4</cp:revision>
  <cp:lastPrinted>2006-11-15T16:04:57Z</cp:lastPrinted>
  <dcterms:modified xsi:type="dcterms:W3CDTF">2026-06-18T23:39:30Z</dcterms:modified>
  <cp:category>templates for scientific poster</cp:category>
</cp:coreProperties>
</file>